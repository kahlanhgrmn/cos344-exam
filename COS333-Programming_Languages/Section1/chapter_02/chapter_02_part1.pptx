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52" r:id="rId1"/>
  </p:sldMasterIdLst>
  <p:notesMasterIdLst>
    <p:notesMasterId r:id="rId22"/>
  </p:notesMasterIdLst>
  <p:sldIdLst>
    <p:sldId id="327" r:id="rId2"/>
    <p:sldId id="313" r:id="rId3"/>
    <p:sldId id="343" r:id="rId4"/>
    <p:sldId id="330" r:id="rId5"/>
    <p:sldId id="342" r:id="rId6"/>
    <p:sldId id="333" r:id="rId7"/>
    <p:sldId id="266" r:id="rId8"/>
    <p:sldId id="267" r:id="rId9"/>
    <p:sldId id="334" r:id="rId10"/>
    <p:sldId id="269" r:id="rId11"/>
    <p:sldId id="270" r:id="rId12"/>
    <p:sldId id="271" r:id="rId13"/>
    <p:sldId id="272" r:id="rId14"/>
    <p:sldId id="324" r:id="rId15"/>
    <p:sldId id="335" r:id="rId16"/>
    <p:sldId id="336" r:id="rId17"/>
    <p:sldId id="275" r:id="rId18"/>
    <p:sldId id="337" r:id="rId19"/>
    <p:sldId id="338" r:id="rId20"/>
    <p:sldId id="339" r:id="rId21"/>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457200" algn="l" rtl="0" eaLnBrk="0" fontAlgn="base" hangingPunct="0">
      <a:spcBef>
        <a:spcPct val="0"/>
      </a:spcBef>
      <a:spcAft>
        <a:spcPct val="0"/>
      </a:spcAft>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914400" algn="l" rtl="0" eaLnBrk="0" fontAlgn="base" hangingPunct="0">
      <a:spcBef>
        <a:spcPct val="0"/>
      </a:spcBef>
      <a:spcAft>
        <a:spcPct val="0"/>
      </a:spcAft>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371600" algn="l" rtl="0" eaLnBrk="0" fontAlgn="base" hangingPunct="0">
      <a:spcBef>
        <a:spcPct val="0"/>
      </a:spcBef>
      <a:spcAft>
        <a:spcPct val="0"/>
      </a:spcAft>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1828800" algn="l" rtl="0" eaLnBrk="0" fontAlgn="base" hangingPunct="0">
      <a:spcBef>
        <a:spcPct val="0"/>
      </a:spcBef>
      <a:spcAft>
        <a:spcPct val="0"/>
      </a:spcAft>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286000" algn="l" defTabSz="914400" rtl="0" eaLnBrk="1" latinLnBrk="0" hangingPunct="1">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743200" algn="l" defTabSz="914400" rtl="0" eaLnBrk="1" latinLnBrk="0" hangingPunct="1">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200400" algn="l" defTabSz="914400" rtl="0" eaLnBrk="1" latinLnBrk="0" hangingPunct="1">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657600" algn="l" defTabSz="914400" rtl="0" eaLnBrk="1" latinLnBrk="0" hangingPunct="1">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399"/>
    <a:srgbClr val="DDDDDD"/>
    <a:srgbClr val="993300"/>
    <a:srgbClr val="6666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7743" autoAdjust="0"/>
    <p:restoredTop sz="86424" autoAdjust="0"/>
  </p:normalViewPr>
  <p:slideViewPr>
    <p:cSldViewPr>
      <p:cViewPr varScale="1">
        <p:scale>
          <a:sx n="73" d="100"/>
          <a:sy n="73" d="100"/>
        </p:scale>
        <p:origin x="1109"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4422"/>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ea typeface="+mn-ea"/>
                <a:cs typeface="+mn-cs"/>
              </a:defRPr>
            </a:lvl1pPr>
          </a:lstStyle>
          <a:p>
            <a:pPr>
              <a:defRPr/>
            </a:pPr>
            <a:endParaRPr lang="en-US"/>
          </a:p>
        </p:txBody>
      </p:sp>
      <p:sp>
        <p:nvSpPr>
          <p:cNvPr id="4099"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ea typeface="+mn-ea"/>
                <a:cs typeface="+mn-cs"/>
              </a:defRPr>
            </a:lvl1pPr>
          </a:lstStyle>
          <a:p>
            <a:pPr>
              <a:defRPr/>
            </a:pPr>
            <a:endParaRPr lang="en-US"/>
          </a:p>
        </p:txBody>
      </p:sp>
      <p:sp>
        <p:nvSpPr>
          <p:cNvPr id="307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01"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4102"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ea typeface="+mn-ea"/>
                <a:cs typeface="+mn-cs"/>
              </a:defRPr>
            </a:lvl1pPr>
          </a:lstStyle>
          <a:p>
            <a:pPr>
              <a:defRPr/>
            </a:pPr>
            <a:endParaRPr lang="en-US"/>
          </a:p>
        </p:txBody>
      </p:sp>
      <p:sp>
        <p:nvSpPr>
          <p:cNvPr id="4103"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ea typeface="Lucida Sans Unicode" panose="020B0602030504020204" pitchFamily="34" charset="0"/>
                <a:cs typeface="Lucida Sans Unicode" panose="020B0602030504020204" pitchFamily="34" charset="0"/>
              </a:defRPr>
            </a:lvl1pPr>
          </a:lstStyle>
          <a:p>
            <a:pPr>
              <a:defRPr/>
            </a:pPr>
            <a:fld id="{884B6931-4788-4554-9A45-C2B8C91BBF40}" type="slidenum">
              <a:rPr lang="en-US" altLang="en-US"/>
              <a:pPr>
                <a:defRPr/>
              </a:pPr>
              <a:t>‹#›</a:t>
            </a:fld>
            <a:endParaRPr lang="en-US" altLang="en-US"/>
          </a:p>
        </p:txBody>
      </p:sp>
    </p:spTree>
    <p:extLst>
      <p:ext uri="{BB962C8B-B14F-4D97-AF65-F5344CB8AC3E}">
        <p14:creationId xmlns:p14="http://schemas.microsoft.com/office/powerpoint/2010/main" val="306682758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7953998D-967D-42DE-BFD2-1CF864B52188}" type="slidenum">
              <a:rPr lang="en-US" altLang="en-US" sz="1200" smtClean="0"/>
              <a:pPr/>
              <a:t>1</a:t>
            </a:fld>
            <a:endParaRPr lang="en-US" altLang="en-US" sz="1200" smtClean="0"/>
          </a:p>
        </p:txBody>
      </p:sp>
      <p:sp>
        <p:nvSpPr>
          <p:cNvPr id="5123" name="Rectangle 2"/>
          <p:cNvSpPr>
            <a:spLocks noGrp="1" noRot="1" noChangeAspect="1" noChangeArrowheads="1" noTextEdit="1"/>
          </p:cNvSpPr>
          <p:nvPr>
            <p:ph type="sldImg"/>
          </p:nvPr>
        </p:nvSpPr>
        <p:spPr>
          <a:ln/>
        </p:spPr>
      </p:sp>
      <p:sp>
        <p:nvSpPr>
          <p:cNvPr id="51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MX" altLang="en-US" smtClean="0"/>
          </a:p>
        </p:txBody>
      </p:sp>
    </p:spTree>
    <p:extLst>
      <p:ext uri="{BB962C8B-B14F-4D97-AF65-F5344CB8AC3E}">
        <p14:creationId xmlns:p14="http://schemas.microsoft.com/office/powerpoint/2010/main" val="18628502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33C82ACA-EE67-4E96-9F3A-F01B1CAD640E}" type="slidenum">
              <a:rPr lang="en-US" altLang="en-US" sz="1200" smtClean="0"/>
              <a:pPr/>
              <a:t>2</a:t>
            </a:fld>
            <a:endParaRPr lang="en-US" altLang="en-US" sz="1200" smtClean="0"/>
          </a:p>
        </p:txBody>
      </p:sp>
      <p:sp>
        <p:nvSpPr>
          <p:cNvPr id="7171" name="Rectangle 2"/>
          <p:cNvSpPr>
            <a:spLocks noGrp="1" noRot="1" noChangeAspect="1" noChangeArrowheads="1" noTextEdit="1"/>
          </p:cNvSpPr>
          <p:nvPr>
            <p:ph type="sldImg"/>
          </p:nvPr>
        </p:nvSpPr>
        <p:spPr>
          <a:ln/>
        </p:spPr>
      </p:sp>
      <p:sp>
        <p:nvSpPr>
          <p:cNvPr id="71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MX" altLang="en-US" smtClean="0"/>
          </a:p>
        </p:txBody>
      </p:sp>
    </p:spTree>
    <p:extLst>
      <p:ext uri="{BB962C8B-B14F-4D97-AF65-F5344CB8AC3E}">
        <p14:creationId xmlns:p14="http://schemas.microsoft.com/office/powerpoint/2010/main" val="3804256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8013B0F2-AB06-454D-A0BB-2FB34EABE615}" type="slidenum">
              <a:rPr lang="en-US" altLang="en-US" sz="1200" smtClean="0"/>
              <a:pPr/>
              <a:t>4</a:t>
            </a:fld>
            <a:endParaRPr lang="en-US" altLang="en-US" sz="1200" smtClean="0"/>
          </a:p>
        </p:txBody>
      </p:sp>
      <p:sp>
        <p:nvSpPr>
          <p:cNvPr id="19459" name="Rectangle 2"/>
          <p:cNvSpPr>
            <a:spLocks noGrp="1" noRot="1" noChangeAspect="1" noChangeArrowheads="1" noTextEdit="1"/>
          </p:cNvSpPr>
          <p:nvPr>
            <p:ph type="sldImg"/>
          </p:nvPr>
        </p:nvSpPr>
        <p:spPr>
          <a:ln/>
        </p:spPr>
      </p:sp>
      <p:sp>
        <p:nvSpPr>
          <p:cNvPr id="194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MX" altLang="en-US" smtClean="0"/>
          </a:p>
        </p:txBody>
      </p:sp>
    </p:spTree>
    <p:extLst>
      <p:ext uri="{BB962C8B-B14F-4D97-AF65-F5344CB8AC3E}">
        <p14:creationId xmlns:p14="http://schemas.microsoft.com/office/powerpoint/2010/main" val="3338292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8013B0F2-AB06-454D-A0BB-2FB34EABE615}" type="slidenum">
              <a:rPr lang="en-US" altLang="en-US" sz="1200" smtClean="0"/>
              <a:pPr/>
              <a:t>5</a:t>
            </a:fld>
            <a:endParaRPr lang="en-US" altLang="en-US" sz="1200" smtClean="0"/>
          </a:p>
        </p:txBody>
      </p:sp>
      <p:sp>
        <p:nvSpPr>
          <p:cNvPr id="19459" name="Rectangle 2"/>
          <p:cNvSpPr>
            <a:spLocks noGrp="1" noRot="1" noChangeAspect="1" noChangeArrowheads="1" noTextEdit="1"/>
          </p:cNvSpPr>
          <p:nvPr>
            <p:ph type="sldImg"/>
          </p:nvPr>
        </p:nvSpPr>
        <p:spPr>
          <a:ln/>
        </p:spPr>
      </p:sp>
      <p:sp>
        <p:nvSpPr>
          <p:cNvPr id="194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MX" altLang="en-US" smtClean="0"/>
          </a:p>
        </p:txBody>
      </p:sp>
    </p:spTree>
    <p:extLst>
      <p:ext uri="{BB962C8B-B14F-4D97-AF65-F5344CB8AC3E}">
        <p14:creationId xmlns:p14="http://schemas.microsoft.com/office/powerpoint/2010/main" val="2214533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0616EBEB-384D-4042-81C8-0D249CC341FB}" type="slidenum">
              <a:rPr lang="en-US" altLang="en-US" sz="1200" smtClean="0"/>
              <a:pPr/>
              <a:t>6</a:t>
            </a:fld>
            <a:endParaRPr lang="en-US" altLang="en-US" sz="1200" smtClean="0"/>
          </a:p>
        </p:txBody>
      </p:sp>
      <p:sp>
        <p:nvSpPr>
          <p:cNvPr id="27651" name="Rectangle 2"/>
          <p:cNvSpPr>
            <a:spLocks noGrp="1" noRot="1" noChangeAspect="1" noChangeArrowheads="1" noTextEdit="1"/>
          </p:cNvSpPr>
          <p:nvPr>
            <p:ph type="sldImg"/>
          </p:nvPr>
        </p:nvSpPr>
        <p:spPr>
          <a:ln/>
        </p:spPr>
      </p:sp>
      <p:sp>
        <p:nvSpPr>
          <p:cNvPr id="276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MX" altLang="en-US" smtClean="0"/>
          </a:p>
        </p:txBody>
      </p:sp>
    </p:spTree>
    <p:extLst>
      <p:ext uri="{BB962C8B-B14F-4D97-AF65-F5344CB8AC3E}">
        <p14:creationId xmlns:p14="http://schemas.microsoft.com/office/powerpoint/2010/main" val="18159183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69920832-FF12-4FEB-A802-A7A3D5980081}" type="slidenum">
              <a:rPr lang="en-US" altLang="en-US" sz="1200" smtClean="0"/>
              <a:pPr/>
              <a:t>7</a:t>
            </a:fld>
            <a:endParaRPr lang="en-US" altLang="en-US" sz="1200" smtClean="0"/>
          </a:p>
        </p:txBody>
      </p:sp>
      <p:sp>
        <p:nvSpPr>
          <p:cNvPr id="29699" name="Rectangle 2"/>
          <p:cNvSpPr>
            <a:spLocks noGrp="1" noRot="1" noChangeAspect="1" noChangeArrowheads="1" noTextEdit="1"/>
          </p:cNvSpPr>
          <p:nvPr>
            <p:ph type="sldImg"/>
          </p:nvPr>
        </p:nvSpPr>
        <p:spPr>
          <a:ln/>
        </p:spPr>
      </p:sp>
      <p:sp>
        <p:nvSpPr>
          <p:cNvPr id="297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ZA" altLang="en-US" noProof="0" dirty="0" smtClean="0"/>
              <a:t>Dynamic storage is memory storage that is allocated at runtime. In C++</a:t>
            </a:r>
            <a:r>
              <a:rPr lang="en-ZA" altLang="en-US" baseline="0" noProof="0" dirty="0" smtClean="0"/>
              <a:t> and Java, this would be anything that is allocated using the new keyword.</a:t>
            </a:r>
          </a:p>
          <a:p>
            <a:pPr eaLnBrk="1" hangingPunct="1"/>
            <a:endParaRPr lang="en-ZA" altLang="en-US" baseline="0" noProof="0" dirty="0" smtClean="0"/>
          </a:p>
          <a:p>
            <a:pPr eaLnBrk="1" hangingPunct="1"/>
            <a:r>
              <a:rPr lang="en-ZA" altLang="en-US" baseline="0" noProof="0" dirty="0" smtClean="0"/>
              <a:t>Decimal data types, like floating point data types, store values with a decimal point. The difference is that floating point values are approximations, while decimal values are exact representations. We will go into more detail on these types in Chapter 6.</a:t>
            </a:r>
            <a:endParaRPr lang="en-ZA" altLang="en-US" noProof="0" dirty="0" smtClean="0"/>
          </a:p>
        </p:txBody>
      </p:sp>
    </p:spTree>
    <p:extLst>
      <p:ext uri="{BB962C8B-B14F-4D97-AF65-F5344CB8AC3E}">
        <p14:creationId xmlns:p14="http://schemas.microsoft.com/office/powerpoint/2010/main" val="20915162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CE6EE70C-749D-47B6-BC68-B745BBFEC45E}" type="slidenum">
              <a:rPr lang="en-US" altLang="en-US" sz="1200" smtClean="0"/>
              <a:pPr/>
              <a:t>8</a:t>
            </a:fld>
            <a:endParaRPr lang="en-US" altLang="en-US" sz="1200" smtClean="0"/>
          </a:p>
        </p:txBody>
      </p:sp>
      <p:sp>
        <p:nvSpPr>
          <p:cNvPr id="31747" name="Rectangle 2"/>
          <p:cNvSpPr>
            <a:spLocks noGrp="1" noRot="1" noChangeAspect="1" noChangeArrowheads="1" noTextEdit="1"/>
          </p:cNvSpPr>
          <p:nvPr>
            <p:ph type="sldImg"/>
          </p:nvPr>
        </p:nvSpPr>
        <p:spPr>
          <a:ln/>
        </p:spPr>
      </p:sp>
      <p:sp>
        <p:nvSpPr>
          <p:cNvPr id="317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ZA" altLang="en-US" noProof="0" dirty="0" smtClean="0"/>
              <a:t>DO</a:t>
            </a:r>
            <a:r>
              <a:rPr lang="en-ZA" altLang="en-US" baseline="0" noProof="0" dirty="0" smtClean="0"/>
              <a:t> loops were similar to for loops in languages like C++ and Java. Why does this make sense for a scientific language like Fortran?</a:t>
            </a:r>
            <a:endParaRPr lang="en-ZA" altLang="en-US" noProof="0" dirty="0" smtClean="0"/>
          </a:p>
          <a:p>
            <a:pPr eaLnBrk="1" hangingPunct="1"/>
            <a:endParaRPr lang="en-ZA" altLang="en-US" noProof="0" dirty="0" smtClean="0"/>
          </a:p>
          <a:p>
            <a:pPr eaLnBrk="1" hangingPunct="1"/>
            <a:r>
              <a:rPr lang="en-ZA" altLang="en-US" noProof="0" dirty="0" smtClean="0"/>
              <a:t>The arithmetic IF statement worked in a way that you will not be familiar with. The form of the statement was:</a:t>
            </a:r>
          </a:p>
          <a:p>
            <a:pPr eaLnBrk="1" hangingPunct="1"/>
            <a:endParaRPr lang="en-ZA" altLang="en-US" noProof="0" dirty="0" smtClean="0"/>
          </a:p>
          <a:p>
            <a:pPr eaLnBrk="1" hangingPunct="1"/>
            <a:r>
              <a:rPr lang="en-ZA" altLang="en-US" noProof="0" dirty="0" smtClean="0"/>
              <a:t>IF (expression) label1, label2, label3</a:t>
            </a:r>
          </a:p>
          <a:p>
            <a:pPr eaLnBrk="1" hangingPunct="1"/>
            <a:endParaRPr lang="en-ZA" altLang="en-US" noProof="0" dirty="0" smtClean="0"/>
          </a:p>
          <a:p>
            <a:pPr eaLnBrk="1" hangingPunct="1"/>
            <a:r>
              <a:rPr lang="en-ZA" altLang="en-US" noProof="0" dirty="0" smtClean="0"/>
              <a:t>If expression is less than 0, control jumps to label1, if expression is equal to 0, control jumps to label2, and if expression is greater</a:t>
            </a:r>
            <a:r>
              <a:rPr lang="en-ZA" altLang="en-US" baseline="0" noProof="0" dirty="0" smtClean="0"/>
              <a:t> than 0, control jumps to label3. Can you think of a reason that this makes sense for a scientific programming language like Fortran?</a:t>
            </a:r>
            <a:endParaRPr lang="en-ZA" altLang="en-US" noProof="0" dirty="0" smtClean="0"/>
          </a:p>
          <a:p>
            <a:pPr eaLnBrk="1" hangingPunct="1"/>
            <a:endParaRPr lang="en-ZA" altLang="en-US" noProof="0" dirty="0" smtClean="0"/>
          </a:p>
          <a:p>
            <a:pPr eaLnBrk="1" hangingPunct="1"/>
            <a:r>
              <a:rPr lang="en-ZA" altLang="en-US" noProof="0" dirty="0" smtClean="0"/>
              <a:t>Variable names could only be a maximum of six</a:t>
            </a:r>
            <a:r>
              <a:rPr lang="en-ZA" altLang="en-US" baseline="0" noProof="0" dirty="0" smtClean="0"/>
              <a:t> characters long in Fortran I. The Fortran 0 specification only allowed variable names that were a maximum of two characters long.</a:t>
            </a:r>
            <a:endParaRPr lang="en-ZA" altLang="en-US" noProof="0" dirty="0" smtClean="0"/>
          </a:p>
        </p:txBody>
      </p:sp>
    </p:spTree>
    <p:extLst>
      <p:ext uri="{BB962C8B-B14F-4D97-AF65-F5344CB8AC3E}">
        <p14:creationId xmlns:p14="http://schemas.microsoft.com/office/powerpoint/2010/main" val="19795117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F6E07AC0-F69A-4501-AE3A-5280DEB516F5}" type="slidenum">
              <a:rPr lang="en-US" altLang="en-US" sz="1200" smtClean="0"/>
              <a:pPr/>
              <a:t>9</a:t>
            </a:fld>
            <a:endParaRPr lang="en-US" altLang="en-US" sz="1200" smtClean="0"/>
          </a:p>
        </p:txBody>
      </p:sp>
      <p:sp>
        <p:nvSpPr>
          <p:cNvPr id="33795" name="Rectangle 2"/>
          <p:cNvSpPr>
            <a:spLocks noGrp="1" noRot="1" noChangeAspect="1" noChangeArrowheads="1" noTextEdit="1"/>
          </p:cNvSpPr>
          <p:nvPr>
            <p:ph type="sldImg"/>
          </p:nvPr>
        </p:nvSpPr>
        <p:spPr>
          <a:ln/>
        </p:spPr>
      </p:sp>
      <p:sp>
        <p:nvSpPr>
          <p:cNvPr id="337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ZA" altLang="en-US" noProof="0" dirty="0" smtClean="0"/>
              <a:t>Separate compilation refers to compiling different parts of the program separately, and then linking all of the compiled parts into a single executable. You will have encountered this in C++, where separate classes and the main function are all in their own implementation files. These implementation files are compiled into object files separately. The object files are then linked into a single executable file.</a:t>
            </a:r>
          </a:p>
        </p:txBody>
      </p:sp>
    </p:spTree>
    <p:extLst>
      <p:ext uri="{BB962C8B-B14F-4D97-AF65-F5344CB8AC3E}">
        <p14:creationId xmlns:p14="http://schemas.microsoft.com/office/powerpoint/2010/main" val="4779332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E7336A05-431B-4982-AC8D-DACBF2611337}" type="slidenum">
              <a:rPr lang="en-US" altLang="en-US" sz="1200" smtClean="0"/>
              <a:pPr/>
              <a:t>10</a:t>
            </a:fld>
            <a:endParaRPr lang="en-US" altLang="en-US" sz="1200" smtClean="0"/>
          </a:p>
        </p:txBody>
      </p:sp>
      <p:sp>
        <p:nvSpPr>
          <p:cNvPr id="35843" name="Rectangle 2"/>
          <p:cNvSpPr>
            <a:spLocks noGrp="1" noRot="1" noChangeAspect="1" noChangeArrowheads="1" noTextEdit="1"/>
          </p:cNvSpPr>
          <p:nvPr>
            <p:ph type="sldImg"/>
          </p:nvPr>
        </p:nvSpPr>
        <p:spPr>
          <a:ln/>
        </p:spPr>
      </p:sp>
      <p:sp>
        <p:nvSpPr>
          <p:cNvPr id="358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MX" altLang="en-US" smtClean="0"/>
          </a:p>
        </p:txBody>
      </p:sp>
    </p:spTree>
    <p:extLst>
      <p:ext uri="{BB962C8B-B14F-4D97-AF65-F5344CB8AC3E}">
        <p14:creationId xmlns:p14="http://schemas.microsoft.com/office/powerpoint/2010/main" val="8577923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0B8F51E1-BD07-4BE0-9B82-14FB41F4C967}" type="slidenum">
              <a:rPr lang="en-US" altLang="en-US" sz="1200" smtClean="0"/>
              <a:pPr/>
              <a:t>11</a:t>
            </a:fld>
            <a:endParaRPr lang="en-US" altLang="en-US" sz="1200" smtClean="0"/>
          </a:p>
        </p:txBody>
      </p:sp>
      <p:sp>
        <p:nvSpPr>
          <p:cNvPr id="37891" name="Rectangle 2"/>
          <p:cNvSpPr>
            <a:spLocks noGrp="1" noRot="1" noChangeAspect="1" noChangeArrowheads="1" noTextEdit="1"/>
          </p:cNvSpPr>
          <p:nvPr>
            <p:ph type="sldImg"/>
          </p:nvPr>
        </p:nvSpPr>
        <p:spPr>
          <a:ln/>
        </p:spPr>
      </p:sp>
      <p:sp>
        <p:nvSpPr>
          <p:cNvPr id="378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ZA" altLang="en-US" noProof="0" dirty="0" smtClean="0"/>
              <a:t>Note that logical selection statements (i.e. the normal if statements we’re used to) were only introduced</a:t>
            </a:r>
            <a:r>
              <a:rPr lang="en-ZA" altLang="en-US" baseline="0" noProof="0" dirty="0" smtClean="0"/>
              <a:t> in the fourth version of Fortran. This points to the fact that the control structures we use today had to evolve over time.</a:t>
            </a:r>
            <a:endParaRPr lang="en-ZA" altLang="en-US" noProof="0" dirty="0" smtClean="0"/>
          </a:p>
        </p:txBody>
      </p:sp>
    </p:spTree>
    <p:extLst>
      <p:ext uri="{BB962C8B-B14F-4D97-AF65-F5344CB8AC3E}">
        <p14:creationId xmlns:p14="http://schemas.microsoft.com/office/powerpoint/2010/main" val="29404398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0CAE1C1F-9A69-4D35-8AE4-2E3B85961477}" type="slidenum">
              <a:rPr lang="en-US" altLang="en-US" sz="1200" smtClean="0"/>
              <a:pPr/>
              <a:t>12</a:t>
            </a:fld>
            <a:endParaRPr lang="en-US" altLang="en-US" sz="1200" smtClean="0"/>
          </a:p>
        </p:txBody>
      </p:sp>
      <p:sp>
        <p:nvSpPr>
          <p:cNvPr id="39939" name="Rectangle 2"/>
          <p:cNvSpPr>
            <a:spLocks noGrp="1" noRot="1" noChangeAspect="1" noChangeArrowheads="1" noTextEdit="1"/>
          </p:cNvSpPr>
          <p:nvPr>
            <p:ph type="sldImg"/>
          </p:nvPr>
        </p:nvSpPr>
        <p:spPr>
          <a:ln/>
        </p:spPr>
      </p:sp>
      <p:sp>
        <p:nvSpPr>
          <p:cNvPr id="399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ZA" altLang="en-US" noProof="0" dirty="0" smtClean="0"/>
              <a:t>Note that logical loop control (i.e. the normal while loops we’re used to) were only introduced</a:t>
            </a:r>
            <a:r>
              <a:rPr lang="en-ZA" altLang="en-US" baseline="0" noProof="0" dirty="0" smtClean="0"/>
              <a:t> in the fifth version of Fortran. Similarly, selection statements with an else part were only introduced at this stage. This points to the fact that the control structures we use today had to evolve over time.</a:t>
            </a:r>
            <a:endParaRPr lang="en-ZA" altLang="en-US" noProof="0" dirty="0" smtClean="0"/>
          </a:p>
        </p:txBody>
      </p:sp>
    </p:spTree>
    <p:extLst>
      <p:ext uri="{BB962C8B-B14F-4D97-AF65-F5344CB8AC3E}">
        <p14:creationId xmlns:p14="http://schemas.microsoft.com/office/powerpoint/2010/main" val="8581706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E40D5402-3EF3-4600-AFFD-33037DD0BE46}" type="slidenum">
              <a:rPr lang="en-US" altLang="en-US" sz="1200" smtClean="0"/>
              <a:pPr/>
              <a:t>13</a:t>
            </a:fld>
            <a:endParaRPr lang="en-US" altLang="en-US" sz="1200" smtClean="0"/>
          </a:p>
        </p:txBody>
      </p:sp>
      <p:sp>
        <p:nvSpPr>
          <p:cNvPr id="41987" name="Rectangle 2"/>
          <p:cNvSpPr>
            <a:spLocks noGrp="1" noRot="1" noChangeAspect="1" noChangeArrowheads="1" noTextEdit="1"/>
          </p:cNvSpPr>
          <p:nvPr>
            <p:ph type="sldImg"/>
          </p:nvPr>
        </p:nvSpPr>
        <p:spPr>
          <a:ln/>
        </p:spPr>
      </p:sp>
      <p:sp>
        <p:nvSpPr>
          <p:cNvPr id="419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ZA" altLang="en-US" noProof="0" dirty="0" smtClean="0"/>
              <a:t>Modules in Fortran are like packages in</a:t>
            </a:r>
            <a:r>
              <a:rPr lang="en-ZA" altLang="en-US" baseline="0" noProof="0" dirty="0" smtClean="0"/>
              <a:t> Java. They allow you to organise related functions and subroutines together.</a:t>
            </a:r>
          </a:p>
          <a:p>
            <a:pPr eaLnBrk="1" hangingPunct="1"/>
            <a:endParaRPr lang="en-ZA" altLang="en-US" baseline="0" noProof="0" dirty="0" smtClean="0"/>
          </a:p>
          <a:p>
            <a:pPr eaLnBrk="1" hangingPunct="1"/>
            <a:r>
              <a:rPr lang="en-ZA" altLang="en-US" baseline="0" noProof="0" dirty="0" smtClean="0"/>
              <a:t>Dynamic arrays are like C++ arrays allocated using new. In other words, we don’t know what size they should be until runtime, when we allocate space for the desired array size.</a:t>
            </a:r>
          </a:p>
          <a:p>
            <a:pPr eaLnBrk="1" hangingPunct="1"/>
            <a:endParaRPr lang="en-ZA" altLang="en-US" baseline="0" noProof="0" dirty="0" smtClean="0"/>
          </a:p>
          <a:p>
            <a:pPr eaLnBrk="1" hangingPunct="1"/>
            <a:r>
              <a:rPr lang="en-ZA" altLang="en-US" baseline="0" noProof="0" dirty="0" smtClean="0"/>
              <a:t>Consider the inclusion of support for dynamic arrays and recursion, and what you know about these features in languages like C++. What impact does this have on the cost programming language evaluation criterion?</a:t>
            </a:r>
            <a:endParaRPr lang="en-ZA" altLang="en-US" noProof="0" dirty="0" smtClean="0"/>
          </a:p>
        </p:txBody>
      </p:sp>
    </p:spTree>
    <p:extLst>
      <p:ext uri="{BB962C8B-B14F-4D97-AF65-F5344CB8AC3E}">
        <p14:creationId xmlns:p14="http://schemas.microsoft.com/office/powerpoint/2010/main" val="17780810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DFF89799-35F9-411E-AD1A-5F8BFAD650C1}" type="slidenum">
              <a:rPr lang="en-US" altLang="en-US" sz="1200" smtClean="0"/>
              <a:pPr/>
              <a:t>14</a:t>
            </a:fld>
            <a:endParaRPr lang="en-US" altLang="en-US" sz="1200" smtClean="0"/>
          </a:p>
        </p:txBody>
      </p:sp>
      <p:sp>
        <p:nvSpPr>
          <p:cNvPr id="44035" name="Rectangle 2"/>
          <p:cNvSpPr>
            <a:spLocks noGrp="1" noRot="1" noChangeAspect="1" noChangeArrowheads="1" noTextEdit="1"/>
          </p:cNvSpPr>
          <p:nvPr>
            <p:ph type="sldImg"/>
          </p:nvPr>
        </p:nvSpPr>
        <p:spPr>
          <a:ln/>
        </p:spPr>
      </p:sp>
      <p:sp>
        <p:nvSpPr>
          <p:cNvPr id="440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ZA" altLang="en-US" noProof="0" dirty="0" smtClean="0"/>
              <a:t>Co-arrays allow for parallel execution in programs. The DO CONCURRENT construct indicates that loop</a:t>
            </a:r>
            <a:r>
              <a:rPr lang="en-ZA" altLang="en-US" baseline="0" noProof="0" dirty="0" smtClean="0"/>
              <a:t> iterations</a:t>
            </a:r>
            <a:r>
              <a:rPr lang="en-ZA" altLang="en-US" noProof="0" dirty="0" smtClean="0"/>
              <a:t> can be executed in parallel because they don’t depend on one another.</a:t>
            </a:r>
          </a:p>
        </p:txBody>
      </p:sp>
    </p:spTree>
    <p:extLst>
      <p:ext uri="{BB962C8B-B14F-4D97-AF65-F5344CB8AC3E}">
        <p14:creationId xmlns:p14="http://schemas.microsoft.com/office/powerpoint/2010/main" val="380500926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AA7652E8-FE67-4071-9ABF-3F3E29174939}" type="slidenum">
              <a:rPr lang="en-US" altLang="en-US" sz="1200" smtClean="0"/>
              <a:pPr/>
              <a:t>15</a:t>
            </a:fld>
            <a:endParaRPr lang="en-US" altLang="en-US" sz="1200" smtClean="0"/>
          </a:p>
        </p:txBody>
      </p:sp>
      <p:sp>
        <p:nvSpPr>
          <p:cNvPr id="46083" name="Rectangle 2"/>
          <p:cNvSpPr>
            <a:spLocks noGrp="1" noRot="1" noChangeAspect="1" noChangeArrowheads="1" noTextEdit="1"/>
          </p:cNvSpPr>
          <p:nvPr>
            <p:ph type="sldImg"/>
          </p:nvPr>
        </p:nvSpPr>
        <p:spPr>
          <a:ln/>
        </p:spPr>
      </p:sp>
      <p:sp>
        <p:nvSpPr>
          <p:cNvPr id="460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ZA" altLang="en-US" noProof="0" dirty="0" smtClean="0"/>
              <a:t>The last statement means that Fortran became so widely used that everyone could understand it and </a:t>
            </a:r>
            <a:r>
              <a:rPr lang="en-ZA" altLang="en-US" noProof="0" smtClean="0"/>
              <a:t>write programs in it.</a:t>
            </a:r>
            <a:endParaRPr lang="en-ZA" altLang="en-US" noProof="0" dirty="0" smtClean="0"/>
          </a:p>
        </p:txBody>
      </p:sp>
    </p:spTree>
    <p:extLst>
      <p:ext uri="{BB962C8B-B14F-4D97-AF65-F5344CB8AC3E}">
        <p14:creationId xmlns:p14="http://schemas.microsoft.com/office/powerpoint/2010/main" val="31048319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370B12E1-E212-4BCE-B4A6-6EACD85E50EB}" type="slidenum">
              <a:rPr lang="en-US" altLang="en-US" sz="1200" smtClean="0"/>
              <a:pPr/>
              <a:t>16</a:t>
            </a:fld>
            <a:endParaRPr lang="en-US" altLang="en-US" sz="1200" smtClean="0"/>
          </a:p>
        </p:txBody>
      </p:sp>
      <p:sp>
        <p:nvSpPr>
          <p:cNvPr id="48131" name="Rectangle 2"/>
          <p:cNvSpPr>
            <a:spLocks noGrp="1" noRot="1" noChangeAspect="1" noChangeArrowheads="1" noTextEdit="1"/>
          </p:cNvSpPr>
          <p:nvPr>
            <p:ph type="sldImg"/>
          </p:nvPr>
        </p:nvSpPr>
        <p:spPr>
          <a:ln/>
        </p:spPr>
      </p:sp>
      <p:sp>
        <p:nvSpPr>
          <p:cNvPr id="481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MX" altLang="en-US" dirty="0" smtClean="0"/>
          </a:p>
        </p:txBody>
      </p:sp>
    </p:spTree>
    <p:extLst>
      <p:ext uri="{BB962C8B-B14F-4D97-AF65-F5344CB8AC3E}">
        <p14:creationId xmlns:p14="http://schemas.microsoft.com/office/powerpoint/2010/main" val="216723874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8CDF2998-FE6F-464E-A604-794D1066F3DC}" type="slidenum">
              <a:rPr lang="en-US" altLang="en-US" sz="1200" smtClean="0"/>
              <a:pPr/>
              <a:t>17</a:t>
            </a:fld>
            <a:endParaRPr lang="en-US" altLang="en-US" sz="1200" smtClean="0"/>
          </a:p>
        </p:txBody>
      </p:sp>
      <p:sp>
        <p:nvSpPr>
          <p:cNvPr id="50179" name="Rectangle 2"/>
          <p:cNvSpPr>
            <a:spLocks noGrp="1" noRot="1" noChangeAspect="1" noChangeArrowheads="1" noTextEdit="1"/>
          </p:cNvSpPr>
          <p:nvPr>
            <p:ph type="sldImg"/>
          </p:nvPr>
        </p:nvSpPr>
        <p:spPr>
          <a:ln/>
        </p:spPr>
      </p:sp>
      <p:sp>
        <p:nvSpPr>
          <p:cNvPr id="501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MX" altLang="en-US" smtClean="0"/>
          </a:p>
        </p:txBody>
      </p:sp>
    </p:spTree>
    <p:extLst>
      <p:ext uri="{BB962C8B-B14F-4D97-AF65-F5344CB8AC3E}">
        <p14:creationId xmlns:p14="http://schemas.microsoft.com/office/powerpoint/2010/main" val="31858543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594DBF09-C58F-4789-AEB5-E9DEA666EEBF}" type="slidenum">
              <a:rPr lang="en-US" altLang="en-US" sz="1200" smtClean="0"/>
              <a:pPr/>
              <a:t>18</a:t>
            </a:fld>
            <a:endParaRPr lang="en-US" altLang="en-US" sz="1200" smtClean="0"/>
          </a:p>
        </p:txBody>
      </p:sp>
      <p:sp>
        <p:nvSpPr>
          <p:cNvPr id="52227" name="Rectangle 2"/>
          <p:cNvSpPr>
            <a:spLocks noGrp="1" noRot="1" noChangeAspect="1" noChangeArrowheads="1" noTextEdit="1"/>
          </p:cNvSpPr>
          <p:nvPr>
            <p:ph type="sldImg"/>
          </p:nvPr>
        </p:nvSpPr>
        <p:spPr>
          <a:ln/>
        </p:spPr>
      </p:sp>
      <p:sp>
        <p:nvSpPr>
          <p:cNvPr id="522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MX" altLang="en-US" smtClean="0"/>
          </a:p>
        </p:txBody>
      </p:sp>
    </p:spTree>
    <p:extLst>
      <p:ext uri="{BB962C8B-B14F-4D97-AF65-F5344CB8AC3E}">
        <p14:creationId xmlns:p14="http://schemas.microsoft.com/office/powerpoint/2010/main" val="375013328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D222E799-1799-4BCC-B9ED-8CC21A589E71}" type="slidenum">
              <a:rPr lang="en-US" altLang="en-US" sz="1200" smtClean="0"/>
              <a:pPr/>
              <a:t>19</a:t>
            </a:fld>
            <a:endParaRPr lang="en-US" altLang="en-US" sz="1200" smtClean="0"/>
          </a:p>
        </p:txBody>
      </p:sp>
      <p:sp>
        <p:nvSpPr>
          <p:cNvPr id="54275" name="Rectangle 2"/>
          <p:cNvSpPr>
            <a:spLocks noGrp="1" noRot="1" noChangeAspect="1" noChangeArrowheads="1" noTextEdit="1"/>
          </p:cNvSpPr>
          <p:nvPr>
            <p:ph type="sldImg"/>
          </p:nvPr>
        </p:nvSpPr>
        <p:spPr>
          <a:ln/>
        </p:spPr>
      </p:sp>
      <p:sp>
        <p:nvSpPr>
          <p:cNvPr id="542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MX" altLang="en-US" smtClean="0"/>
          </a:p>
        </p:txBody>
      </p:sp>
    </p:spTree>
    <p:extLst>
      <p:ext uri="{BB962C8B-B14F-4D97-AF65-F5344CB8AC3E}">
        <p14:creationId xmlns:p14="http://schemas.microsoft.com/office/powerpoint/2010/main" val="295005200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A7907D2C-058F-4F74-B631-2FB7523483AF}" type="slidenum">
              <a:rPr lang="en-US" altLang="en-US" sz="1200" smtClean="0"/>
              <a:pPr/>
              <a:t>20</a:t>
            </a:fld>
            <a:endParaRPr lang="en-US" altLang="en-US" sz="1200" smtClean="0"/>
          </a:p>
        </p:txBody>
      </p:sp>
      <p:sp>
        <p:nvSpPr>
          <p:cNvPr id="56323" name="Rectangle 2"/>
          <p:cNvSpPr>
            <a:spLocks noGrp="1" noRot="1" noChangeAspect="1" noChangeArrowheads="1" noTextEdit="1"/>
          </p:cNvSpPr>
          <p:nvPr>
            <p:ph type="sldImg"/>
          </p:nvPr>
        </p:nvSpPr>
        <p:spPr>
          <a:ln/>
        </p:spPr>
      </p:sp>
      <p:sp>
        <p:nvSpPr>
          <p:cNvPr id="563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MX" altLang="en-US" smtClean="0"/>
          </a:p>
        </p:txBody>
      </p:sp>
    </p:spTree>
    <p:extLst>
      <p:ext uri="{BB962C8B-B14F-4D97-AF65-F5344CB8AC3E}">
        <p14:creationId xmlns:p14="http://schemas.microsoft.com/office/powerpoint/2010/main" val="39170632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Text Box 4"/>
          <p:cNvSpPr txBox="1">
            <a:spLocks noChangeArrowheads="1"/>
          </p:cNvSpPr>
          <p:nvPr/>
        </p:nvSpPr>
        <p:spPr bwMode="auto">
          <a:xfrm>
            <a:off x="7448550" y="6583363"/>
            <a:ext cx="18415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pPr algn="r">
              <a:defRPr/>
            </a:pPr>
            <a:endParaRPr lang="en-US" altLang="en-US" sz="1200" smtClean="0">
              <a:latin typeface="Courier" pitchFamily="49" charset="0"/>
            </a:endParaRPr>
          </a:p>
        </p:txBody>
      </p:sp>
      <p:sp>
        <p:nvSpPr>
          <p:cNvPr id="79874" name="Rectangle 2"/>
          <p:cNvSpPr>
            <a:spLocks noGrp="1" noChangeArrowheads="1"/>
          </p:cNvSpPr>
          <p:nvPr>
            <p:ph type="ctrTitle"/>
          </p:nvPr>
        </p:nvSpPr>
        <p:spPr>
          <a:xfrm>
            <a:off x="381000" y="1371600"/>
            <a:ext cx="3657600" cy="1143000"/>
          </a:xfrm>
        </p:spPr>
        <p:txBody>
          <a:bodyPr/>
          <a:lstStyle>
            <a:lvl1pPr>
              <a:defRPr b="1">
                <a:solidFill>
                  <a:schemeClr val="accent2"/>
                </a:solidFill>
              </a:defRPr>
            </a:lvl1pPr>
          </a:lstStyle>
          <a:p>
            <a:r>
              <a:rPr lang="en-US"/>
              <a:t>Click to edit Master title style</a:t>
            </a:r>
          </a:p>
        </p:txBody>
      </p:sp>
      <p:sp>
        <p:nvSpPr>
          <p:cNvPr id="79875" name="Rectangle 3"/>
          <p:cNvSpPr>
            <a:spLocks noGrp="1" noChangeArrowheads="1"/>
          </p:cNvSpPr>
          <p:nvPr>
            <p:ph type="subTitle" idx="1"/>
          </p:nvPr>
        </p:nvSpPr>
        <p:spPr>
          <a:xfrm>
            <a:off x="381000" y="3276600"/>
            <a:ext cx="3657600" cy="1752600"/>
          </a:xfrm>
        </p:spPr>
        <p:txBody>
          <a:bodyPr/>
          <a:lstStyle>
            <a:lvl1pPr marL="0" indent="0">
              <a:buFontTx/>
              <a:buNone/>
              <a:defRPr>
                <a:solidFill>
                  <a:srgbClr val="993300"/>
                </a:solidFill>
              </a:defRPr>
            </a:lvl1pPr>
          </a:lstStyle>
          <a:p>
            <a:r>
              <a:rPr lang="en-US"/>
              <a:t>Click to edit Master subtitle style</a:t>
            </a:r>
          </a:p>
        </p:txBody>
      </p:sp>
      <p:sp>
        <p:nvSpPr>
          <p:cNvPr id="5" name="Slide Number Placeholder 5"/>
          <p:cNvSpPr>
            <a:spLocks noGrp="1"/>
          </p:cNvSpPr>
          <p:nvPr>
            <p:ph type="sldNum" sz="quarter" idx="10"/>
          </p:nvPr>
        </p:nvSpPr>
        <p:spPr/>
        <p:txBody>
          <a:bodyPr/>
          <a:lstStyle>
            <a:lvl1pPr>
              <a:defRPr/>
            </a:lvl1pPr>
          </a:lstStyle>
          <a:p>
            <a:pPr>
              <a:defRPr/>
            </a:pPr>
            <a:r>
              <a:rPr lang="en-US" altLang="en-US"/>
              <a:t>1-</a:t>
            </a:r>
            <a:fld id="{06F266C7-773D-4E38-B0C4-0D28F64192C3}" type="slidenum">
              <a:rPr lang="en-US" altLang="en-US"/>
              <a:pPr>
                <a:defRPr/>
              </a:pPr>
              <a:t>‹#›</a:t>
            </a:fld>
            <a:endParaRPr lang="en-US" altLang="en-US"/>
          </a:p>
        </p:txBody>
      </p:sp>
      <p:sp>
        <p:nvSpPr>
          <p:cNvPr id="6" name="Footer Placeholder 6"/>
          <p:cNvSpPr>
            <a:spLocks noGrp="1"/>
          </p:cNvSpPr>
          <p:nvPr>
            <p:ph type="ftr" sz="quarter" idx="11"/>
          </p:nvPr>
        </p:nvSpPr>
        <p:spPr/>
        <p:txBody>
          <a:bodyPr/>
          <a:lstStyle>
            <a:lvl1pPr>
              <a:defRPr/>
            </a:lvl1pPr>
          </a:lstStyle>
          <a:p>
            <a:pPr>
              <a:defRPr/>
            </a:pPr>
            <a:r>
              <a:rPr lang="en-US" dirty="0" smtClean="0"/>
              <a:t>Copyright © 2023 Pearson Education. All rights reserved.</a:t>
            </a:r>
            <a:endParaRPr lang="en-US" dirty="0"/>
          </a:p>
        </p:txBody>
      </p:sp>
    </p:spTree>
    <p:extLst>
      <p:ext uri="{BB962C8B-B14F-4D97-AF65-F5344CB8AC3E}">
        <p14:creationId xmlns:p14="http://schemas.microsoft.com/office/powerpoint/2010/main" val="28943835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ftr" sz="quarter" idx="10"/>
          </p:nvPr>
        </p:nvSpPr>
        <p:spPr>
          <a:ln/>
        </p:spPr>
        <p:txBody>
          <a:bodyPr/>
          <a:lstStyle>
            <a:lvl1pPr>
              <a:defRPr/>
            </a:lvl1pPr>
          </a:lstStyle>
          <a:p>
            <a:pPr>
              <a:defRPr/>
            </a:pPr>
            <a:r>
              <a:rPr lang="en-US" dirty="0" smtClean="0"/>
              <a:t>Copyright © 2023 Pearson Education. All rights reserved.</a:t>
            </a:r>
            <a:endParaRPr lang="en-US" dirty="0"/>
          </a:p>
        </p:txBody>
      </p:sp>
      <p:sp>
        <p:nvSpPr>
          <p:cNvPr id="5" name="Rectangle 5"/>
          <p:cNvSpPr>
            <a:spLocks noGrp="1" noChangeArrowheads="1"/>
          </p:cNvSpPr>
          <p:nvPr>
            <p:ph type="sldNum" sz="quarter" idx="11"/>
          </p:nvPr>
        </p:nvSpPr>
        <p:spPr>
          <a:ln/>
        </p:spPr>
        <p:txBody>
          <a:bodyPr/>
          <a:lstStyle>
            <a:lvl1pPr>
              <a:defRPr/>
            </a:lvl1pPr>
          </a:lstStyle>
          <a:p>
            <a:pPr>
              <a:defRPr/>
            </a:pPr>
            <a:r>
              <a:rPr lang="en-US" altLang="en-US"/>
              <a:t>1-</a:t>
            </a:r>
            <a:fld id="{227AD4F1-BEA6-4F49-ACF1-B0958015A3BB}" type="slidenum">
              <a:rPr lang="en-US" altLang="en-US"/>
              <a:pPr>
                <a:defRPr/>
              </a:pPr>
              <a:t>‹#›</a:t>
            </a:fld>
            <a:endParaRPr lang="en-US" altLang="en-US"/>
          </a:p>
        </p:txBody>
      </p:sp>
    </p:spTree>
    <p:extLst>
      <p:ext uri="{BB962C8B-B14F-4D97-AF65-F5344CB8AC3E}">
        <p14:creationId xmlns:p14="http://schemas.microsoft.com/office/powerpoint/2010/main" val="18463755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ftr" sz="quarter" idx="10"/>
          </p:nvPr>
        </p:nvSpPr>
        <p:spPr>
          <a:ln/>
        </p:spPr>
        <p:txBody>
          <a:bodyPr/>
          <a:lstStyle>
            <a:lvl1pPr>
              <a:defRPr/>
            </a:lvl1pPr>
          </a:lstStyle>
          <a:p>
            <a:pPr>
              <a:defRPr/>
            </a:pPr>
            <a:r>
              <a:rPr lang="en-US" dirty="0" smtClean="0"/>
              <a:t>Copyright © 2023 Pearson Education. All rights reserved.</a:t>
            </a:r>
            <a:endParaRPr lang="en-US" dirty="0"/>
          </a:p>
        </p:txBody>
      </p:sp>
      <p:sp>
        <p:nvSpPr>
          <p:cNvPr id="5" name="Rectangle 5"/>
          <p:cNvSpPr>
            <a:spLocks noGrp="1" noChangeArrowheads="1"/>
          </p:cNvSpPr>
          <p:nvPr>
            <p:ph type="sldNum" sz="quarter" idx="11"/>
          </p:nvPr>
        </p:nvSpPr>
        <p:spPr>
          <a:ln/>
        </p:spPr>
        <p:txBody>
          <a:bodyPr/>
          <a:lstStyle>
            <a:lvl1pPr>
              <a:defRPr/>
            </a:lvl1pPr>
          </a:lstStyle>
          <a:p>
            <a:pPr>
              <a:defRPr/>
            </a:pPr>
            <a:r>
              <a:rPr lang="en-US" altLang="en-US"/>
              <a:t>1-</a:t>
            </a:r>
            <a:fld id="{C4287CD5-84EB-44C6-9F1A-C082FECC805D}" type="slidenum">
              <a:rPr lang="en-US" altLang="en-US"/>
              <a:pPr>
                <a:defRPr/>
              </a:pPr>
              <a:t>‹#›</a:t>
            </a:fld>
            <a:endParaRPr lang="en-US" altLang="en-US"/>
          </a:p>
        </p:txBody>
      </p:sp>
    </p:spTree>
    <p:extLst>
      <p:ext uri="{BB962C8B-B14F-4D97-AF65-F5344CB8AC3E}">
        <p14:creationId xmlns:p14="http://schemas.microsoft.com/office/powerpoint/2010/main" val="31203356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600200"/>
            <a:ext cx="4000500" cy="457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762500" y="1600200"/>
            <a:ext cx="4000500" cy="457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ftr" sz="quarter" idx="10"/>
          </p:nvPr>
        </p:nvSpPr>
        <p:spPr>
          <a:ln/>
        </p:spPr>
        <p:txBody>
          <a:bodyPr/>
          <a:lstStyle>
            <a:lvl1pPr>
              <a:defRPr/>
            </a:lvl1pPr>
          </a:lstStyle>
          <a:p>
            <a:pPr>
              <a:defRPr/>
            </a:pPr>
            <a:r>
              <a:rPr lang="en-US" dirty="0" smtClean="0"/>
              <a:t>Copyright © 2023 Pearson Education. All rights reserved.</a:t>
            </a:r>
            <a:endParaRPr lang="en-US" dirty="0"/>
          </a:p>
        </p:txBody>
      </p:sp>
      <p:sp>
        <p:nvSpPr>
          <p:cNvPr id="6" name="Rectangle 5"/>
          <p:cNvSpPr>
            <a:spLocks noGrp="1" noChangeArrowheads="1"/>
          </p:cNvSpPr>
          <p:nvPr>
            <p:ph type="sldNum" sz="quarter" idx="11"/>
          </p:nvPr>
        </p:nvSpPr>
        <p:spPr>
          <a:ln/>
        </p:spPr>
        <p:txBody>
          <a:bodyPr/>
          <a:lstStyle>
            <a:lvl1pPr>
              <a:defRPr/>
            </a:lvl1pPr>
          </a:lstStyle>
          <a:p>
            <a:pPr>
              <a:defRPr/>
            </a:pPr>
            <a:r>
              <a:rPr lang="en-US" altLang="en-US"/>
              <a:t>1-</a:t>
            </a:r>
            <a:fld id="{1BBFDD07-6A32-42FE-8119-7B3213BD84C3}" type="slidenum">
              <a:rPr lang="en-US" altLang="en-US"/>
              <a:pPr>
                <a:defRPr/>
              </a:pPr>
              <a:t>‹#›</a:t>
            </a:fld>
            <a:endParaRPr lang="en-US" altLang="en-US"/>
          </a:p>
        </p:txBody>
      </p:sp>
    </p:spTree>
    <p:extLst>
      <p:ext uri="{BB962C8B-B14F-4D97-AF65-F5344CB8AC3E}">
        <p14:creationId xmlns:p14="http://schemas.microsoft.com/office/powerpoint/2010/main" val="26344040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ftr" sz="quarter" idx="10"/>
          </p:nvPr>
        </p:nvSpPr>
        <p:spPr>
          <a:ln/>
        </p:spPr>
        <p:txBody>
          <a:bodyPr/>
          <a:lstStyle>
            <a:lvl1pPr>
              <a:defRPr/>
            </a:lvl1pPr>
          </a:lstStyle>
          <a:p>
            <a:pPr>
              <a:defRPr/>
            </a:pPr>
            <a:r>
              <a:rPr lang="en-US" dirty="0" smtClean="0"/>
              <a:t>Copyright © 2023 Pearson Education. All rights reserved.</a:t>
            </a:r>
            <a:endParaRPr lang="en-US" dirty="0"/>
          </a:p>
        </p:txBody>
      </p:sp>
      <p:sp>
        <p:nvSpPr>
          <p:cNvPr id="8" name="Rectangle 5"/>
          <p:cNvSpPr>
            <a:spLocks noGrp="1" noChangeArrowheads="1"/>
          </p:cNvSpPr>
          <p:nvPr>
            <p:ph type="sldNum" sz="quarter" idx="11"/>
          </p:nvPr>
        </p:nvSpPr>
        <p:spPr>
          <a:ln/>
        </p:spPr>
        <p:txBody>
          <a:bodyPr/>
          <a:lstStyle>
            <a:lvl1pPr>
              <a:defRPr/>
            </a:lvl1pPr>
          </a:lstStyle>
          <a:p>
            <a:pPr>
              <a:defRPr/>
            </a:pPr>
            <a:r>
              <a:rPr lang="en-US" altLang="en-US"/>
              <a:t>1-</a:t>
            </a:r>
            <a:fld id="{20D8D79F-3E80-47CE-A602-2B458FB5F624}" type="slidenum">
              <a:rPr lang="en-US" altLang="en-US"/>
              <a:pPr>
                <a:defRPr/>
              </a:pPr>
              <a:t>‹#›</a:t>
            </a:fld>
            <a:endParaRPr lang="en-US" altLang="en-US"/>
          </a:p>
        </p:txBody>
      </p:sp>
    </p:spTree>
    <p:extLst>
      <p:ext uri="{BB962C8B-B14F-4D97-AF65-F5344CB8AC3E}">
        <p14:creationId xmlns:p14="http://schemas.microsoft.com/office/powerpoint/2010/main" val="24537232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ftr" sz="quarter" idx="10"/>
          </p:nvPr>
        </p:nvSpPr>
        <p:spPr>
          <a:ln/>
        </p:spPr>
        <p:txBody>
          <a:bodyPr/>
          <a:lstStyle>
            <a:lvl1pPr>
              <a:defRPr/>
            </a:lvl1pPr>
          </a:lstStyle>
          <a:p>
            <a:pPr>
              <a:defRPr/>
            </a:pPr>
            <a:r>
              <a:rPr lang="en-US" dirty="0" smtClean="0"/>
              <a:t>Copyright © 2023 Pearson Education. All rights reserved.</a:t>
            </a:r>
            <a:endParaRPr lang="en-US" dirty="0"/>
          </a:p>
        </p:txBody>
      </p:sp>
      <p:sp>
        <p:nvSpPr>
          <p:cNvPr id="4" name="Rectangle 5"/>
          <p:cNvSpPr>
            <a:spLocks noGrp="1" noChangeArrowheads="1"/>
          </p:cNvSpPr>
          <p:nvPr>
            <p:ph type="sldNum" sz="quarter" idx="11"/>
          </p:nvPr>
        </p:nvSpPr>
        <p:spPr>
          <a:ln/>
        </p:spPr>
        <p:txBody>
          <a:bodyPr/>
          <a:lstStyle>
            <a:lvl1pPr>
              <a:defRPr/>
            </a:lvl1pPr>
          </a:lstStyle>
          <a:p>
            <a:pPr>
              <a:defRPr/>
            </a:pPr>
            <a:r>
              <a:rPr lang="en-US" altLang="en-US"/>
              <a:t>1-</a:t>
            </a:r>
            <a:fld id="{E71443BC-02B8-4462-90C2-32D7E4229D90}" type="slidenum">
              <a:rPr lang="en-US" altLang="en-US"/>
              <a:pPr>
                <a:defRPr/>
              </a:pPr>
              <a:t>‹#›</a:t>
            </a:fld>
            <a:endParaRPr lang="en-US" altLang="en-US"/>
          </a:p>
        </p:txBody>
      </p:sp>
    </p:spTree>
    <p:extLst>
      <p:ext uri="{BB962C8B-B14F-4D97-AF65-F5344CB8AC3E}">
        <p14:creationId xmlns:p14="http://schemas.microsoft.com/office/powerpoint/2010/main" val="36692526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ftr" sz="quarter" idx="10"/>
          </p:nvPr>
        </p:nvSpPr>
        <p:spPr>
          <a:ln/>
        </p:spPr>
        <p:txBody>
          <a:bodyPr/>
          <a:lstStyle>
            <a:lvl1pPr>
              <a:defRPr/>
            </a:lvl1pPr>
          </a:lstStyle>
          <a:p>
            <a:pPr>
              <a:defRPr/>
            </a:pPr>
            <a:r>
              <a:rPr lang="en-US" dirty="0" smtClean="0"/>
              <a:t>Copyright © 2023 Pearson Education. All rights reserved.</a:t>
            </a:r>
            <a:endParaRPr lang="en-US" dirty="0"/>
          </a:p>
        </p:txBody>
      </p:sp>
      <p:sp>
        <p:nvSpPr>
          <p:cNvPr id="3" name="Rectangle 5"/>
          <p:cNvSpPr>
            <a:spLocks noGrp="1" noChangeArrowheads="1"/>
          </p:cNvSpPr>
          <p:nvPr>
            <p:ph type="sldNum" sz="quarter" idx="11"/>
          </p:nvPr>
        </p:nvSpPr>
        <p:spPr>
          <a:ln/>
        </p:spPr>
        <p:txBody>
          <a:bodyPr/>
          <a:lstStyle>
            <a:lvl1pPr>
              <a:defRPr/>
            </a:lvl1pPr>
          </a:lstStyle>
          <a:p>
            <a:pPr>
              <a:defRPr/>
            </a:pPr>
            <a:r>
              <a:rPr lang="en-US" altLang="en-US"/>
              <a:t>1-</a:t>
            </a:r>
            <a:fld id="{AEC01063-189D-4A54-B45B-FAEB91C586D2}" type="slidenum">
              <a:rPr lang="en-US" altLang="en-US"/>
              <a:pPr>
                <a:defRPr/>
              </a:pPr>
              <a:t>‹#›</a:t>
            </a:fld>
            <a:endParaRPr lang="en-US" altLang="en-US"/>
          </a:p>
        </p:txBody>
      </p:sp>
    </p:spTree>
    <p:extLst>
      <p:ext uri="{BB962C8B-B14F-4D97-AF65-F5344CB8AC3E}">
        <p14:creationId xmlns:p14="http://schemas.microsoft.com/office/powerpoint/2010/main" val="26720089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ftr" sz="quarter" idx="10"/>
          </p:nvPr>
        </p:nvSpPr>
        <p:spPr>
          <a:ln/>
        </p:spPr>
        <p:txBody>
          <a:bodyPr/>
          <a:lstStyle>
            <a:lvl1pPr>
              <a:defRPr/>
            </a:lvl1pPr>
          </a:lstStyle>
          <a:p>
            <a:pPr>
              <a:defRPr/>
            </a:pPr>
            <a:r>
              <a:rPr lang="en-US" dirty="0" smtClean="0"/>
              <a:t>Copyright © 2023 Pearson Education. All rights reserved.</a:t>
            </a:r>
            <a:endParaRPr lang="en-US" dirty="0"/>
          </a:p>
        </p:txBody>
      </p:sp>
      <p:sp>
        <p:nvSpPr>
          <p:cNvPr id="6" name="Rectangle 5"/>
          <p:cNvSpPr>
            <a:spLocks noGrp="1" noChangeArrowheads="1"/>
          </p:cNvSpPr>
          <p:nvPr>
            <p:ph type="sldNum" sz="quarter" idx="11"/>
          </p:nvPr>
        </p:nvSpPr>
        <p:spPr>
          <a:ln/>
        </p:spPr>
        <p:txBody>
          <a:bodyPr/>
          <a:lstStyle>
            <a:lvl1pPr>
              <a:defRPr/>
            </a:lvl1pPr>
          </a:lstStyle>
          <a:p>
            <a:pPr>
              <a:defRPr/>
            </a:pPr>
            <a:r>
              <a:rPr lang="en-US" altLang="en-US"/>
              <a:t>1-</a:t>
            </a:r>
            <a:fld id="{7C85C37B-61DF-4B8B-A03B-5DB53DD07A71}" type="slidenum">
              <a:rPr lang="en-US" altLang="en-US"/>
              <a:pPr>
                <a:defRPr/>
              </a:pPr>
              <a:t>‹#›</a:t>
            </a:fld>
            <a:endParaRPr lang="en-US" altLang="en-US"/>
          </a:p>
        </p:txBody>
      </p:sp>
    </p:spTree>
    <p:extLst>
      <p:ext uri="{BB962C8B-B14F-4D97-AF65-F5344CB8AC3E}">
        <p14:creationId xmlns:p14="http://schemas.microsoft.com/office/powerpoint/2010/main" val="23063738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ftr" sz="quarter" idx="10"/>
          </p:nvPr>
        </p:nvSpPr>
        <p:spPr>
          <a:ln/>
        </p:spPr>
        <p:txBody>
          <a:bodyPr/>
          <a:lstStyle>
            <a:lvl1pPr>
              <a:defRPr/>
            </a:lvl1pPr>
          </a:lstStyle>
          <a:p>
            <a:pPr>
              <a:defRPr/>
            </a:pPr>
            <a:r>
              <a:rPr lang="en-US" dirty="0" smtClean="0"/>
              <a:t>Copyright © 2023 Pearson Education. All rights reserved.</a:t>
            </a:r>
            <a:endParaRPr lang="en-US" dirty="0"/>
          </a:p>
        </p:txBody>
      </p:sp>
      <p:sp>
        <p:nvSpPr>
          <p:cNvPr id="6" name="Rectangle 5"/>
          <p:cNvSpPr>
            <a:spLocks noGrp="1" noChangeArrowheads="1"/>
          </p:cNvSpPr>
          <p:nvPr>
            <p:ph type="sldNum" sz="quarter" idx="11"/>
          </p:nvPr>
        </p:nvSpPr>
        <p:spPr>
          <a:ln/>
        </p:spPr>
        <p:txBody>
          <a:bodyPr/>
          <a:lstStyle>
            <a:lvl1pPr>
              <a:defRPr/>
            </a:lvl1pPr>
          </a:lstStyle>
          <a:p>
            <a:pPr>
              <a:defRPr/>
            </a:pPr>
            <a:r>
              <a:rPr lang="en-US" altLang="en-US"/>
              <a:t>1-</a:t>
            </a:r>
            <a:fld id="{62E37D0E-3BD2-41D6-9104-5AEBC7B8BBC3}" type="slidenum">
              <a:rPr lang="en-US" altLang="en-US"/>
              <a:pPr>
                <a:defRPr/>
              </a:pPr>
              <a:t>‹#›</a:t>
            </a:fld>
            <a:endParaRPr lang="en-US" altLang="en-US"/>
          </a:p>
        </p:txBody>
      </p:sp>
    </p:spTree>
    <p:extLst>
      <p:ext uri="{BB962C8B-B14F-4D97-AF65-F5344CB8AC3E}">
        <p14:creationId xmlns:p14="http://schemas.microsoft.com/office/powerpoint/2010/main" val="42814570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ftr" sz="quarter" idx="10"/>
          </p:nvPr>
        </p:nvSpPr>
        <p:spPr>
          <a:ln/>
        </p:spPr>
        <p:txBody>
          <a:bodyPr/>
          <a:lstStyle>
            <a:lvl1pPr>
              <a:defRPr/>
            </a:lvl1pPr>
          </a:lstStyle>
          <a:p>
            <a:pPr>
              <a:defRPr/>
            </a:pPr>
            <a:r>
              <a:rPr lang="en-US" dirty="0" smtClean="0"/>
              <a:t>Copyright © 2023 Pearson Education. All rights reserved.</a:t>
            </a:r>
            <a:endParaRPr lang="en-US" dirty="0"/>
          </a:p>
        </p:txBody>
      </p:sp>
      <p:sp>
        <p:nvSpPr>
          <p:cNvPr id="5" name="Rectangle 5"/>
          <p:cNvSpPr>
            <a:spLocks noGrp="1" noChangeArrowheads="1"/>
          </p:cNvSpPr>
          <p:nvPr>
            <p:ph type="sldNum" sz="quarter" idx="11"/>
          </p:nvPr>
        </p:nvSpPr>
        <p:spPr>
          <a:ln/>
        </p:spPr>
        <p:txBody>
          <a:bodyPr/>
          <a:lstStyle>
            <a:lvl1pPr>
              <a:defRPr/>
            </a:lvl1pPr>
          </a:lstStyle>
          <a:p>
            <a:pPr>
              <a:defRPr/>
            </a:pPr>
            <a:r>
              <a:rPr lang="en-US" altLang="en-US"/>
              <a:t>1-</a:t>
            </a:r>
            <a:fld id="{D60B7CF2-261F-4164-AC0C-FE12D16087AE}" type="slidenum">
              <a:rPr lang="en-US" altLang="en-US"/>
              <a:pPr>
                <a:defRPr/>
              </a:pPr>
              <a:t>‹#›</a:t>
            </a:fld>
            <a:endParaRPr lang="en-US" altLang="en-US"/>
          </a:p>
        </p:txBody>
      </p:sp>
    </p:spTree>
    <p:extLst>
      <p:ext uri="{BB962C8B-B14F-4D97-AF65-F5344CB8AC3E}">
        <p14:creationId xmlns:p14="http://schemas.microsoft.com/office/powerpoint/2010/main" val="42666588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24650" y="381000"/>
            <a:ext cx="2038350" cy="57912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381000"/>
            <a:ext cx="5962650" cy="57912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ftr" sz="quarter" idx="10"/>
          </p:nvPr>
        </p:nvSpPr>
        <p:spPr>
          <a:ln/>
        </p:spPr>
        <p:txBody>
          <a:bodyPr/>
          <a:lstStyle>
            <a:lvl1pPr>
              <a:defRPr/>
            </a:lvl1pPr>
          </a:lstStyle>
          <a:p>
            <a:pPr>
              <a:defRPr/>
            </a:pPr>
            <a:r>
              <a:rPr lang="en-US" dirty="0" smtClean="0"/>
              <a:t>Copyright © 2023 Pearson Education. All rights reserved.</a:t>
            </a:r>
            <a:endParaRPr lang="en-US" dirty="0"/>
          </a:p>
        </p:txBody>
      </p:sp>
      <p:sp>
        <p:nvSpPr>
          <p:cNvPr id="5" name="Rectangle 5"/>
          <p:cNvSpPr>
            <a:spLocks noGrp="1" noChangeArrowheads="1"/>
          </p:cNvSpPr>
          <p:nvPr>
            <p:ph type="sldNum" sz="quarter" idx="11"/>
          </p:nvPr>
        </p:nvSpPr>
        <p:spPr>
          <a:ln/>
        </p:spPr>
        <p:txBody>
          <a:bodyPr/>
          <a:lstStyle>
            <a:lvl1pPr>
              <a:defRPr/>
            </a:lvl1pPr>
          </a:lstStyle>
          <a:p>
            <a:pPr>
              <a:defRPr/>
            </a:pPr>
            <a:r>
              <a:rPr lang="en-US" altLang="en-US"/>
              <a:t>1-</a:t>
            </a:r>
            <a:fld id="{BE9E300F-1054-40DF-8DF2-025EF9D4B809}" type="slidenum">
              <a:rPr lang="en-US" altLang="en-US"/>
              <a:pPr>
                <a:defRPr/>
              </a:pPr>
              <a:t>‹#›</a:t>
            </a:fld>
            <a:endParaRPr lang="en-US" altLang="en-US"/>
          </a:p>
        </p:txBody>
      </p:sp>
    </p:spTree>
    <p:extLst>
      <p:ext uri="{BB962C8B-B14F-4D97-AF65-F5344CB8AC3E}">
        <p14:creationId xmlns:p14="http://schemas.microsoft.com/office/powerpoint/2010/main" val="12089319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09600" y="381000"/>
            <a:ext cx="8153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title style</a:t>
            </a:r>
          </a:p>
        </p:txBody>
      </p:sp>
      <p:sp>
        <p:nvSpPr>
          <p:cNvPr id="1027" name="Rectangle 3"/>
          <p:cNvSpPr>
            <a:spLocks noGrp="1" noChangeArrowheads="1"/>
          </p:cNvSpPr>
          <p:nvPr>
            <p:ph type="body" idx="1"/>
          </p:nvPr>
        </p:nvSpPr>
        <p:spPr bwMode="auto">
          <a:xfrm>
            <a:off x="609600" y="1600200"/>
            <a:ext cx="815340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78852" name="Rectangle 4"/>
          <p:cNvSpPr>
            <a:spLocks noGrp="1" noChangeArrowheads="1"/>
          </p:cNvSpPr>
          <p:nvPr>
            <p:ph type="ftr" sz="quarter" idx="3"/>
          </p:nvPr>
        </p:nvSpPr>
        <p:spPr bwMode="auto">
          <a:xfrm>
            <a:off x="685800" y="6248400"/>
            <a:ext cx="4191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000">
                <a:latin typeface="Arial" charset="0"/>
                <a:ea typeface="+mn-ea"/>
                <a:cs typeface="+mn-cs"/>
              </a:defRPr>
            </a:lvl1pPr>
          </a:lstStyle>
          <a:p>
            <a:pPr>
              <a:defRPr/>
            </a:pPr>
            <a:r>
              <a:rPr lang="en-US" dirty="0" smtClean="0"/>
              <a:t>Copyright © 2023 Pearson Education. All rights reserved.</a:t>
            </a:r>
            <a:endParaRPr lang="en-US" dirty="0"/>
          </a:p>
        </p:txBody>
      </p:sp>
      <p:sp>
        <p:nvSpPr>
          <p:cNvPr id="78853" name="Rectangle 5"/>
          <p:cNvSpPr>
            <a:spLocks noGrp="1" noChangeArrowheads="1"/>
          </p:cNvSpPr>
          <p:nvPr>
            <p:ph type="sldNum" sz="quarter" idx="4"/>
          </p:nvPr>
        </p:nvSpPr>
        <p:spPr bwMode="auto">
          <a:xfrm>
            <a:off x="6934200" y="62484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000">
                <a:latin typeface="Arial" panose="020B0604020202020204" pitchFamily="34" charset="0"/>
                <a:ea typeface="+mn-ea"/>
                <a:cs typeface="+mn-cs"/>
              </a:defRPr>
            </a:lvl1pPr>
          </a:lstStyle>
          <a:p>
            <a:pPr>
              <a:defRPr/>
            </a:pPr>
            <a:r>
              <a:rPr lang="en-US" altLang="en-US"/>
              <a:t>1-</a:t>
            </a:r>
            <a:fld id="{035295AF-A5E9-49E8-B2AC-CD10FBBF3BD8}" type="slidenum">
              <a:rPr lang="en-US" altLang="en-US"/>
              <a:pPr>
                <a:defRPr/>
              </a:pPr>
              <a:t>‹#›</a:t>
            </a:fld>
            <a:endParaRPr lang="en-US" altLang="en-US"/>
          </a:p>
        </p:txBody>
      </p:sp>
      <p:sp>
        <p:nvSpPr>
          <p:cNvPr id="1030" name="Line 6"/>
          <p:cNvSpPr>
            <a:spLocks noChangeShapeType="1"/>
          </p:cNvSpPr>
          <p:nvPr/>
        </p:nvSpPr>
        <p:spPr bwMode="auto">
          <a:xfrm>
            <a:off x="609600" y="1524000"/>
            <a:ext cx="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ZA"/>
          </a:p>
        </p:txBody>
      </p:sp>
      <p:sp>
        <p:nvSpPr>
          <p:cNvPr id="1031" name="Line 7"/>
          <p:cNvSpPr>
            <a:spLocks noChangeShapeType="1"/>
          </p:cNvSpPr>
          <p:nvPr/>
        </p:nvSpPr>
        <p:spPr bwMode="auto">
          <a:xfrm>
            <a:off x="609600" y="1219200"/>
            <a:ext cx="8153400" cy="0"/>
          </a:xfrm>
          <a:prstGeom prst="line">
            <a:avLst/>
          </a:prstGeom>
          <a:noFill/>
          <a:ln w="57150">
            <a:solidFill>
              <a:srgbClr val="800000"/>
            </a:solidFill>
            <a:round/>
            <a:headEnd/>
            <a:tailEnd/>
          </a:ln>
          <a:extLst>
            <a:ext uri="{909E8E84-426E-40DD-AFC4-6F175D3DCCD1}">
              <a14:hiddenFill xmlns:a14="http://schemas.microsoft.com/office/drawing/2010/main">
                <a:noFill/>
              </a14:hiddenFill>
            </a:ext>
          </a:extLst>
        </p:spPr>
        <p:txBody>
          <a:bodyPr/>
          <a:lstStyle/>
          <a:p>
            <a:endParaRPr lang="en-ZA"/>
          </a:p>
        </p:txBody>
      </p:sp>
    </p:spTree>
  </p:cSld>
  <p:clrMap bg1="lt1" tx1="dk1" bg2="lt2" tx2="dk2" accent1="accent1" accent2="accent2" accent3="accent3" accent4="accent4" accent5="accent5" accent6="accent6" hlink="hlink" folHlink="folHlink"/>
  <p:sldLayoutIdLst>
    <p:sldLayoutId id="2147483980" r:id="rId1"/>
    <p:sldLayoutId id="2147483970" r:id="rId2"/>
    <p:sldLayoutId id="2147483971" r:id="rId3"/>
    <p:sldLayoutId id="2147483972" r:id="rId4"/>
    <p:sldLayoutId id="2147483973" r:id="rId5"/>
    <p:sldLayoutId id="2147483974" r:id="rId6"/>
    <p:sldLayoutId id="2147483975" r:id="rId7"/>
    <p:sldLayoutId id="2147483976" r:id="rId8"/>
    <p:sldLayoutId id="2147483977" r:id="rId9"/>
    <p:sldLayoutId id="2147483978" r:id="rId10"/>
    <p:sldLayoutId id="2147483979" r:id="rId11"/>
  </p:sldLayoutIdLst>
  <p:hf hdr="0" dt="0"/>
  <p:txStyles>
    <p:titleStyle>
      <a:lvl1pPr algn="l" rtl="0" eaLnBrk="0" fontAlgn="base" hangingPunct="0">
        <a:spcBef>
          <a:spcPct val="0"/>
        </a:spcBef>
        <a:spcAft>
          <a:spcPct val="0"/>
        </a:spcAft>
        <a:defRPr sz="3600">
          <a:solidFill>
            <a:srgbClr val="666699"/>
          </a:solidFill>
          <a:latin typeface="+mj-lt"/>
          <a:ea typeface="+mj-ea"/>
          <a:cs typeface="+mj-cs"/>
        </a:defRPr>
      </a:lvl1pPr>
      <a:lvl2pPr algn="l" rtl="0" eaLnBrk="0" fontAlgn="base" hangingPunct="0">
        <a:spcBef>
          <a:spcPct val="0"/>
        </a:spcBef>
        <a:spcAft>
          <a:spcPct val="0"/>
        </a:spcAft>
        <a:defRPr sz="3600">
          <a:solidFill>
            <a:srgbClr val="666699"/>
          </a:solidFill>
          <a:latin typeface="Lucida Sans Unicode" pitchFamily="34" charset="0"/>
          <a:ea typeface="Lucida Sans Unicode" pitchFamily="34" charset="0"/>
          <a:cs typeface="Lucida Sans Unicode" pitchFamily="34" charset="0"/>
        </a:defRPr>
      </a:lvl2pPr>
      <a:lvl3pPr algn="l" rtl="0" eaLnBrk="0" fontAlgn="base" hangingPunct="0">
        <a:spcBef>
          <a:spcPct val="0"/>
        </a:spcBef>
        <a:spcAft>
          <a:spcPct val="0"/>
        </a:spcAft>
        <a:defRPr sz="3600">
          <a:solidFill>
            <a:srgbClr val="666699"/>
          </a:solidFill>
          <a:latin typeface="Lucida Sans Unicode" pitchFamily="34" charset="0"/>
          <a:ea typeface="Lucida Sans Unicode" pitchFamily="34" charset="0"/>
          <a:cs typeface="Lucida Sans Unicode" pitchFamily="34" charset="0"/>
        </a:defRPr>
      </a:lvl3pPr>
      <a:lvl4pPr algn="l" rtl="0" eaLnBrk="0" fontAlgn="base" hangingPunct="0">
        <a:spcBef>
          <a:spcPct val="0"/>
        </a:spcBef>
        <a:spcAft>
          <a:spcPct val="0"/>
        </a:spcAft>
        <a:defRPr sz="3600">
          <a:solidFill>
            <a:srgbClr val="666699"/>
          </a:solidFill>
          <a:latin typeface="Lucida Sans Unicode" pitchFamily="34" charset="0"/>
          <a:ea typeface="Lucida Sans Unicode" pitchFamily="34" charset="0"/>
          <a:cs typeface="Lucida Sans Unicode" pitchFamily="34" charset="0"/>
        </a:defRPr>
      </a:lvl4pPr>
      <a:lvl5pPr algn="l" rtl="0" eaLnBrk="0" fontAlgn="base" hangingPunct="0">
        <a:spcBef>
          <a:spcPct val="0"/>
        </a:spcBef>
        <a:spcAft>
          <a:spcPct val="0"/>
        </a:spcAft>
        <a:defRPr sz="3600">
          <a:solidFill>
            <a:srgbClr val="666699"/>
          </a:solidFill>
          <a:latin typeface="Lucida Sans Unicode" pitchFamily="34" charset="0"/>
          <a:ea typeface="Lucida Sans Unicode" pitchFamily="34" charset="0"/>
          <a:cs typeface="Lucida Sans Unicode" pitchFamily="34" charset="0"/>
        </a:defRPr>
      </a:lvl5pPr>
      <a:lvl6pPr marL="457200" algn="l" rtl="0" fontAlgn="base">
        <a:spcBef>
          <a:spcPct val="0"/>
        </a:spcBef>
        <a:spcAft>
          <a:spcPct val="0"/>
        </a:spcAft>
        <a:defRPr sz="3600">
          <a:solidFill>
            <a:srgbClr val="666699"/>
          </a:solidFill>
          <a:latin typeface="Lucida Sans Unicode" pitchFamily="34" charset="0"/>
          <a:ea typeface="Lucida Sans Unicode" pitchFamily="34" charset="0"/>
          <a:cs typeface="Lucida Sans Unicode" pitchFamily="34" charset="0"/>
        </a:defRPr>
      </a:lvl6pPr>
      <a:lvl7pPr marL="914400" algn="l" rtl="0" fontAlgn="base">
        <a:spcBef>
          <a:spcPct val="0"/>
        </a:spcBef>
        <a:spcAft>
          <a:spcPct val="0"/>
        </a:spcAft>
        <a:defRPr sz="3600">
          <a:solidFill>
            <a:srgbClr val="666699"/>
          </a:solidFill>
          <a:latin typeface="Lucida Sans Unicode" pitchFamily="34" charset="0"/>
          <a:ea typeface="Lucida Sans Unicode" pitchFamily="34" charset="0"/>
          <a:cs typeface="Lucida Sans Unicode" pitchFamily="34" charset="0"/>
        </a:defRPr>
      </a:lvl7pPr>
      <a:lvl8pPr marL="1371600" algn="l" rtl="0" fontAlgn="base">
        <a:spcBef>
          <a:spcPct val="0"/>
        </a:spcBef>
        <a:spcAft>
          <a:spcPct val="0"/>
        </a:spcAft>
        <a:defRPr sz="3600">
          <a:solidFill>
            <a:srgbClr val="666699"/>
          </a:solidFill>
          <a:latin typeface="Lucida Sans Unicode" pitchFamily="34" charset="0"/>
          <a:ea typeface="Lucida Sans Unicode" pitchFamily="34" charset="0"/>
          <a:cs typeface="Lucida Sans Unicode" pitchFamily="34" charset="0"/>
        </a:defRPr>
      </a:lvl8pPr>
      <a:lvl9pPr marL="1828800" algn="l" rtl="0" fontAlgn="base">
        <a:spcBef>
          <a:spcPct val="0"/>
        </a:spcBef>
        <a:spcAft>
          <a:spcPct val="0"/>
        </a:spcAft>
        <a:defRPr sz="3600">
          <a:solidFill>
            <a:srgbClr val="666699"/>
          </a:solidFill>
          <a:latin typeface="Lucida Sans Unicode" pitchFamily="34" charset="0"/>
          <a:ea typeface="Lucida Sans Unicode" pitchFamily="34" charset="0"/>
          <a:cs typeface="Lucida Sans Unicode" pitchFamily="34" charset="0"/>
        </a:defRPr>
      </a:lvl9pPr>
    </p:titleStyle>
    <p:bodyStyle>
      <a:lvl1pPr marL="342900" indent="-342900" algn="l" rtl="0" eaLnBrk="0" fontAlgn="base" hangingPunct="0">
        <a:spcBef>
          <a:spcPct val="20000"/>
        </a:spcBef>
        <a:spcAft>
          <a:spcPct val="0"/>
        </a:spcAft>
        <a:buChar char="•"/>
        <a:defRPr sz="2800">
          <a:solidFill>
            <a:srgbClr val="333399"/>
          </a:solidFill>
          <a:latin typeface="+mn-lt"/>
          <a:ea typeface="+mn-ea"/>
          <a:cs typeface="+mn-cs"/>
        </a:defRPr>
      </a:lvl1pPr>
      <a:lvl2pPr marL="742950" indent="-285750" algn="l" rtl="0" eaLnBrk="0" fontAlgn="base" hangingPunct="0">
        <a:spcBef>
          <a:spcPct val="20000"/>
        </a:spcBef>
        <a:spcAft>
          <a:spcPct val="0"/>
        </a:spcAft>
        <a:buChar char="–"/>
        <a:defRPr sz="2400">
          <a:solidFill>
            <a:srgbClr val="333399"/>
          </a:solidFill>
          <a:latin typeface="+mn-lt"/>
          <a:ea typeface="+mn-ea"/>
          <a:cs typeface="+mn-cs"/>
        </a:defRPr>
      </a:lvl2pPr>
      <a:lvl3pPr marL="1143000" indent="-228600" algn="l" rtl="0" eaLnBrk="0" fontAlgn="base" hangingPunct="0">
        <a:spcBef>
          <a:spcPct val="20000"/>
        </a:spcBef>
        <a:spcAft>
          <a:spcPct val="0"/>
        </a:spcAft>
        <a:buChar char="•"/>
        <a:defRPr sz="21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a:solidFill>
            <a:srgbClr val="333399"/>
          </a:solidFill>
          <a:latin typeface="+mn-lt"/>
          <a:ea typeface="+mn-ea"/>
          <a:cs typeface="+mn-cs"/>
        </a:defRPr>
      </a:lvl4pPr>
      <a:lvl5pPr marL="2057400" indent="-228600" algn="l" rtl="0" eaLnBrk="0" fontAlgn="base" hangingPunct="0">
        <a:spcBef>
          <a:spcPct val="20000"/>
        </a:spcBef>
        <a:spcAft>
          <a:spcPct val="0"/>
        </a:spcAft>
        <a:buChar char="»"/>
        <a:defRPr sz="2000">
          <a:solidFill>
            <a:srgbClr val="666699"/>
          </a:solidFill>
          <a:latin typeface="+mn-lt"/>
          <a:ea typeface="+mn-ea"/>
          <a:cs typeface="+mn-cs"/>
        </a:defRPr>
      </a:lvl5pPr>
      <a:lvl6pPr marL="2514600" indent="-228600" algn="l" rtl="0" fontAlgn="base">
        <a:spcBef>
          <a:spcPct val="20000"/>
        </a:spcBef>
        <a:spcAft>
          <a:spcPct val="0"/>
        </a:spcAft>
        <a:buChar char="»"/>
        <a:defRPr>
          <a:solidFill>
            <a:srgbClr val="666699"/>
          </a:solidFill>
          <a:latin typeface="+mn-lt"/>
          <a:ea typeface="+mn-ea"/>
          <a:cs typeface="+mn-cs"/>
        </a:defRPr>
      </a:lvl6pPr>
      <a:lvl7pPr marL="2971800" indent="-228600" algn="l" rtl="0" fontAlgn="base">
        <a:spcBef>
          <a:spcPct val="20000"/>
        </a:spcBef>
        <a:spcAft>
          <a:spcPct val="0"/>
        </a:spcAft>
        <a:buChar char="»"/>
        <a:defRPr>
          <a:solidFill>
            <a:srgbClr val="666699"/>
          </a:solidFill>
          <a:latin typeface="+mn-lt"/>
          <a:ea typeface="+mn-ea"/>
          <a:cs typeface="+mn-cs"/>
        </a:defRPr>
      </a:lvl7pPr>
      <a:lvl8pPr marL="3429000" indent="-228600" algn="l" rtl="0" fontAlgn="base">
        <a:spcBef>
          <a:spcPct val="20000"/>
        </a:spcBef>
        <a:spcAft>
          <a:spcPct val="0"/>
        </a:spcAft>
        <a:buChar char="»"/>
        <a:defRPr>
          <a:solidFill>
            <a:srgbClr val="666699"/>
          </a:solidFill>
          <a:latin typeface="+mn-lt"/>
          <a:ea typeface="+mn-ea"/>
          <a:cs typeface="+mn-cs"/>
        </a:defRPr>
      </a:lvl8pPr>
      <a:lvl9pPr marL="3886200" indent="-228600" algn="l" rtl="0" fontAlgn="base">
        <a:spcBef>
          <a:spcPct val="20000"/>
        </a:spcBef>
        <a:spcAft>
          <a:spcPct val="0"/>
        </a:spcAft>
        <a:buChar char="»"/>
        <a:defRPr>
          <a:solidFill>
            <a:srgbClr val="666699"/>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4"/>
          <p:cNvSpPr>
            <a:spLocks noGrp="1" noChangeArrowheads="1"/>
          </p:cNvSpPr>
          <p:nvPr>
            <p:ph type="ctrTitle"/>
          </p:nvPr>
        </p:nvSpPr>
        <p:spPr/>
        <p:txBody>
          <a:bodyPr/>
          <a:lstStyle/>
          <a:p>
            <a:pPr eaLnBrk="1" hangingPunct="1"/>
            <a:r>
              <a:rPr lang="en-US" altLang="en-US" dirty="0" smtClean="0"/>
              <a:t>Chapter 2</a:t>
            </a:r>
            <a:br>
              <a:rPr lang="en-US" altLang="en-US" dirty="0" smtClean="0"/>
            </a:br>
            <a:r>
              <a:rPr lang="en-US" altLang="en-US" sz="2800" dirty="0" smtClean="0"/>
              <a:t>Part 1</a:t>
            </a:r>
          </a:p>
        </p:txBody>
      </p:sp>
      <p:sp>
        <p:nvSpPr>
          <p:cNvPr id="4099" name="Rectangle 5"/>
          <p:cNvSpPr>
            <a:spLocks noGrp="1" noChangeArrowheads="1"/>
          </p:cNvSpPr>
          <p:nvPr>
            <p:ph type="subTitle" idx="1"/>
          </p:nvPr>
        </p:nvSpPr>
        <p:spPr/>
        <p:txBody>
          <a:bodyPr/>
          <a:lstStyle/>
          <a:p>
            <a:pPr eaLnBrk="1" hangingPunct="1"/>
            <a:r>
              <a:rPr lang="en-US" altLang="en-US" smtClean="0"/>
              <a:t>Evolution of the Major Programming Languages</a:t>
            </a:r>
          </a:p>
          <a:p>
            <a:pPr eaLnBrk="1" hangingPunct="1"/>
            <a:endParaRPr lang="en-US" altLang="en-US" smtClean="0"/>
          </a:p>
        </p:txBody>
      </p:sp>
      <p:pic>
        <p:nvPicPr>
          <p:cNvPr id="5" name="Picture 8" descr="Front Cover: Concepts of Programming Languages, Global Edition, by Robert W Sebesta&#10;"/>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19600" y="0"/>
            <a:ext cx="4724400" cy="5867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rgbClr val="333399"/>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rgbClr val="333399"/>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rgbClr val="333399"/>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8EDF32F6-57B3-47BF-BB6D-C89F43558C99}" type="slidenum">
              <a:rPr lang="en-US" altLang="en-US" sz="1000" smtClean="0">
                <a:solidFill>
                  <a:schemeClr val="tx1"/>
                </a:solidFill>
                <a:latin typeface="Arial" panose="020B0604020202020204" pitchFamily="34" charset="0"/>
              </a:rPr>
              <a:pPr>
                <a:spcBef>
                  <a:spcPct val="0"/>
                </a:spcBef>
                <a:buFontTx/>
                <a:buNone/>
              </a:pPr>
              <a:t>2</a:t>
            </a:fld>
            <a:endParaRPr lang="en-US" altLang="en-US" sz="1000" smtClean="0">
              <a:solidFill>
                <a:schemeClr val="tx1"/>
              </a:solidFill>
              <a:latin typeface="Arial" panose="020B0604020202020204" pitchFamily="34" charset="0"/>
            </a:endParaRPr>
          </a:p>
        </p:txBody>
      </p:sp>
      <p:sp>
        <p:nvSpPr>
          <p:cNvPr id="6147" name="Rectangle 2"/>
          <p:cNvSpPr>
            <a:spLocks noGrp="1" noChangeArrowheads="1"/>
          </p:cNvSpPr>
          <p:nvPr>
            <p:ph type="title"/>
          </p:nvPr>
        </p:nvSpPr>
        <p:spPr/>
        <p:txBody>
          <a:bodyPr/>
          <a:lstStyle/>
          <a:p>
            <a:pPr eaLnBrk="1" hangingPunct="1"/>
            <a:r>
              <a:rPr lang="en-US" altLang="en-US" smtClean="0"/>
              <a:t>Chapter 2 Topics</a:t>
            </a:r>
          </a:p>
        </p:txBody>
      </p:sp>
      <p:sp>
        <p:nvSpPr>
          <p:cNvPr id="6148" name="Rectangle 3"/>
          <p:cNvSpPr>
            <a:spLocks noGrp="1" noChangeArrowheads="1"/>
          </p:cNvSpPr>
          <p:nvPr>
            <p:ph type="body" idx="1"/>
          </p:nvPr>
        </p:nvSpPr>
        <p:spPr/>
        <p:txBody>
          <a:bodyPr/>
          <a:lstStyle/>
          <a:p>
            <a:pPr marL="533400" indent="-533400" eaLnBrk="1" hangingPunct="1"/>
            <a:r>
              <a:rPr lang="en-US" altLang="en-US" sz="2400" dirty="0"/>
              <a:t>Minimal Hardware Programming: Pseudocodes</a:t>
            </a:r>
          </a:p>
          <a:p>
            <a:pPr marL="533400" indent="-533400" eaLnBrk="1" hangingPunct="1"/>
            <a:r>
              <a:rPr lang="en-US" altLang="en-US" sz="2400" dirty="0" smtClean="0"/>
              <a:t>The </a:t>
            </a:r>
            <a:r>
              <a:rPr lang="en-US" altLang="en-US" sz="2400" dirty="0" smtClean="0"/>
              <a:t>IBM 704 and Fortran</a:t>
            </a:r>
          </a:p>
          <a:p>
            <a:pPr marL="533400" indent="-533400" eaLnBrk="1" hangingPunct="1"/>
            <a:r>
              <a:rPr lang="en-US" altLang="en-US" sz="2400" dirty="0" smtClean="0"/>
              <a:t>Functional Programming: LISP</a:t>
            </a:r>
          </a:p>
        </p:txBody>
      </p:sp>
      <p:sp>
        <p:nvSpPr>
          <p:cNvPr id="6" name="Footer Placeholder 3"/>
          <p:cNvSpPr>
            <a:spLocks noGrp="1"/>
          </p:cNvSpPr>
          <p:nvPr>
            <p:ph type="ftr" sz="quarter" idx="10"/>
          </p:nvPr>
        </p:nvSpPr>
        <p:spPr/>
        <p:txBody>
          <a:bodyPr/>
          <a:lstStyle/>
          <a:p>
            <a:pPr>
              <a:defRPr/>
            </a:pPr>
            <a:r>
              <a:rPr lang="en-US" altLang="en-US" dirty="0"/>
              <a:t>Copyright © </a:t>
            </a:r>
            <a:r>
              <a:rPr lang="en-US" altLang="en-US" dirty="0" smtClean="0"/>
              <a:t>2023 </a:t>
            </a:r>
            <a:r>
              <a:rPr lang="en-US" altLang="en-US" dirty="0"/>
              <a:t>Pearson Education, Ltd.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Genealogy of Common Languages</a:t>
            </a:r>
            <a:endParaRPr lang="en-ZA" dirty="0"/>
          </a:p>
        </p:txBody>
      </p:sp>
      <p:sp>
        <p:nvSpPr>
          <p:cNvPr id="3" name="Footer Placeholder 2"/>
          <p:cNvSpPr>
            <a:spLocks noGrp="1"/>
          </p:cNvSpPr>
          <p:nvPr>
            <p:ph type="ftr" sz="quarter" idx="10"/>
          </p:nvPr>
        </p:nvSpPr>
        <p:spPr/>
        <p:txBody>
          <a:bodyPr/>
          <a:lstStyle/>
          <a:p>
            <a:pPr>
              <a:defRPr/>
            </a:pPr>
            <a:r>
              <a:rPr lang="en-US" dirty="0" smtClean="0"/>
              <a:t>Copyright © 2023 Pearson Education, Ltd. All rights reserved.</a:t>
            </a:r>
            <a:endParaRPr lang="en-US" dirty="0"/>
          </a:p>
        </p:txBody>
      </p:sp>
      <p:sp>
        <p:nvSpPr>
          <p:cNvPr id="4" name="Slide Number Placeholder 3"/>
          <p:cNvSpPr>
            <a:spLocks noGrp="1"/>
          </p:cNvSpPr>
          <p:nvPr>
            <p:ph type="sldNum" sz="quarter" idx="11"/>
          </p:nvPr>
        </p:nvSpPr>
        <p:spPr/>
        <p:txBody>
          <a:bodyPr/>
          <a:lstStyle/>
          <a:p>
            <a:pPr>
              <a:defRPr/>
            </a:pPr>
            <a:r>
              <a:rPr lang="en-US" altLang="en-US" smtClean="0"/>
              <a:t>1-</a:t>
            </a:r>
            <a:fld id="{E71443BC-02B8-4462-90C2-32D7E4229D90}" type="slidenum">
              <a:rPr lang="en-US" altLang="en-US" smtClean="0"/>
              <a:pPr>
                <a:defRPr/>
              </a:pPr>
              <a:t>3</a:t>
            </a:fld>
            <a:endParaRPr lang="en-US" altLang="en-US"/>
          </a:p>
        </p:txBody>
      </p:sp>
      <p:pic>
        <p:nvPicPr>
          <p:cNvPr id="5" name="Picture 1"/>
          <p:cNvPicPr>
            <a:picLocks noChangeAspect="1"/>
          </p:cNvPicPr>
          <p:nvPr/>
        </p:nvPicPr>
        <p:blipFill>
          <a:blip r:embed="rId2">
            <a:extLst>
              <a:ext uri="{28A0092B-C50C-407E-A947-70E740481C1C}">
                <a14:useLocalDpi xmlns:a14="http://schemas.microsoft.com/office/drawing/2010/main" val="0"/>
              </a:ext>
            </a:extLst>
          </a:blip>
          <a:srcRect l="584" r="18565" b="36552"/>
          <a:stretch>
            <a:fillRect/>
          </a:stretch>
        </p:blipFill>
        <p:spPr bwMode="auto">
          <a:xfrm>
            <a:off x="2017713" y="1371600"/>
            <a:ext cx="4992687"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0" name="Straight Connector 9"/>
          <p:cNvCxnSpPr/>
          <p:nvPr/>
        </p:nvCxnSpPr>
        <p:spPr bwMode="auto">
          <a:xfrm>
            <a:off x="2453640" y="1482090"/>
            <a:ext cx="358140" cy="0"/>
          </a:xfrm>
          <a:prstGeom prst="line">
            <a:avLst/>
          </a:prstGeom>
          <a:solidFill>
            <a:schemeClr val="accent1"/>
          </a:solidFill>
          <a:ln w="15875" cap="flat" cmpd="sng" algn="ctr">
            <a:solidFill>
              <a:srgbClr val="FF0000"/>
            </a:solidFill>
            <a:prstDash val="solid"/>
            <a:round/>
            <a:headEnd type="none" w="med" len="med"/>
            <a:tailEnd type="none" w="med" len="med"/>
          </a:ln>
          <a:effectLst/>
        </p:spPr>
      </p:cxnSp>
      <p:cxnSp>
        <p:nvCxnSpPr>
          <p:cNvPr id="44" name="Straight Connector 43"/>
          <p:cNvCxnSpPr/>
          <p:nvPr/>
        </p:nvCxnSpPr>
        <p:spPr bwMode="auto">
          <a:xfrm>
            <a:off x="2449830" y="1562100"/>
            <a:ext cx="358140" cy="0"/>
          </a:xfrm>
          <a:prstGeom prst="line">
            <a:avLst/>
          </a:prstGeom>
          <a:solidFill>
            <a:schemeClr val="accent1"/>
          </a:solidFill>
          <a:ln w="15875" cap="flat" cmpd="sng" algn="ctr">
            <a:solidFill>
              <a:srgbClr val="FF0000"/>
            </a:solidFill>
            <a:prstDash val="solid"/>
            <a:round/>
            <a:headEnd type="none" w="med" len="med"/>
            <a:tailEnd type="none" w="med" len="med"/>
          </a:ln>
          <a:effectLst/>
        </p:spPr>
      </p:cxnSp>
      <p:cxnSp>
        <p:nvCxnSpPr>
          <p:cNvPr id="45" name="Straight Connector 44"/>
          <p:cNvCxnSpPr/>
          <p:nvPr/>
        </p:nvCxnSpPr>
        <p:spPr bwMode="auto">
          <a:xfrm>
            <a:off x="2453640" y="1905000"/>
            <a:ext cx="358140" cy="0"/>
          </a:xfrm>
          <a:prstGeom prst="line">
            <a:avLst/>
          </a:prstGeom>
          <a:solidFill>
            <a:schemeClr val="accent1"/>
          </a:solidFill>
          <a:ln w="15875" cap="flat" cmpd="sng" algn="ctr">
            <a:solidFill>
              <a:srgbClr val="FF0000"/>
            </a:solidFill>
            <a:prstDash val="solid"/>
            <a:round/>
            <a:headEnd type="none" w="med" len="med"/>
            <a:tailEnd type="none" w="med" len="med"/>
          </a:ln>
          <a:effectLst/>
        </p:spPr>
      </p:cxnSp>
      <p:cxnSp>
        <p:nvCxnSpPr>
          <p:cNvPr id="46" name="Straight Connector 45"/>
          <p:cNvCxnSpPr/>
          <p:nvPr/>
        </p:nvCxnSpPr>
        <p:spPr bwMode="auto">
          <a:xfrm>
            <a:off x="2449830" y="3246120"/>
            <a:ext cx="358140" cy="0"/>
          </a:xfrm>
          <a:prstGeom prst="line">
            <a:avLst/>
          </a:prstGeom>
          <a:solidFill>
            <a:schemeClr val="accent1"/>
          </a:solidFill>
          <a:ln w="15875" cap="flat" cmpd="sng" algn="ctr">
            <a:solidFill>
              <a:srgbClr val="FF0000"/>
            </a:solidFill>
            <a:prstDash val="solid"/>
            <a:round/>
            <a:headEnd type="none" w="med" len="med"/>
            <a:tailEnd type="none" w="med" len="med"/>
          </a:ln>
          <a:effectLst/>
        </p:spPr>
      </p:cxnSp>
      <p:cxnSp>
        <p:nvCxnSpPr>
          <p:cNvPr id="47" name="Straight Connector 46"/>
          <p:cNvCxnSpPr/>
          <p:nvPr/>
        </p:nvCxnSpPr>
        <p:spPr bwMode="auto">
          <a:xfrm>
            <a:off x="2419350" y="4248150"/>
            <a:ext cx="358140" cy="0"/>
          </a:xfrm>
          <a:prstGeom prst="line">
            <a:avLst/>
          </a:prstGeom>
          <a:solidFill>
            <a:schemeClr val="accent1"/>
          </a:solidFill>
          <a:ln w="15875" cap="flat" cmpd="sng" algn="ctr">
            <a:solidFill>
              <a:srgbClr val="FF0000"/>
            </a:solidFill>
            <a:prstDash val="solid"/>
            <a:round/>
            <a:headEnd type="none" w="med" len="med"/>
            <a:tailEnd type="none" w="med" len="med"/>
          </a:ln>
          <a:effectLst/>
        </p:spPr>
      </p:cxnSp>
      <p:cxnSp>
        <p:nvCxnSpPr>
          <p:cNvPr id="48" name="Straight Connector 47"/>
          <p:cNvCxnSpPr/>
          <p:nvPr/>
        </p:nvCxnSpPr>
        <p:spPr bwMode="auto">
          <a:xfrm>
            <a:off x="2426970" y="4674870"/>
            <a:ext cx="358140" cy="0"/>
          </a:xfrm>
          <a:prstGeom prst="line">
            <a:avLst/>
          </a:prstGeom>
          <a:solidFill>
            <a:schemeClr val="accent1"/>
          </a:solidFill>
          <a:ln w="15875" cap="flat" cmpd="sng" algn="ctr">
            <a:solidFill>
              <a:srgbClr val="FF0000"/>
            </a:solidFill>
            <a:prstDash val="solid"/>
            <a:round/>
            <a:headEnd type="none" w="med" len="med"/>
            <a:tailEnd type="none" w="med" len="med"/>
          </a:ln>
          <a:effectLst/>
        </p:spPr>
      </p:cxnSp>
      <p:cxnSp>
        <p:nvCxnSpPr>
          <p:cNvPr id="49" name="Straight Connector 48"/>
          <p:cNvCxnSpPr/>
          <p:nvPr/>
        </p:nvCxnSpPr>
        <p:spPr bwMode="auto">
          <a:xfrm>
            <a:off x="2438400" y="5353050"/>
            <a:ext cx="457200" cy="0"/>
          </a:xfrm>
          <a:prstGeom prst="line">
            <a:avLst/>
          </a:prstGeom>
          <a:solidFill>
            <a:schemeClr val="accent1"/>
          </a:solidFill>
          <a:ln w="15875" cap="flat" cmpd="sng" algn="ctr">
            <a:solidFill>
              <a:srgbClr val="FF0000"/>
            </a:solidFill>
            <a:prstDash val="solid"/>
            <a:round/>
            <a:headEnd type="none" w="med" len="med"/>
            <a:tailEnd type="none" w="med" len="med"/>
          </a:ln>
          <a:effectLst/>
        </p:spPr>
      </p:cxnSp>
      <p:cxnSp>
        <p:nvCxnSpPr>
          <p:cNvPr id="50" name="Straight Connector 49"/>
          <p:cNvCxnSpPr/>
          <p:nvPr/>
        </p:nvCxnSpPr>
        <p:spPr bwMode="auto">
          <a:xfrm>
            <a:off x="2438400" y="5795010"/>
            <a:ext cx="457200" cy="0"/>
          </a:xfrm>
          <a:prstGeom prst="line">
            <a:avLst/>
          </a:prstGeom>
          <a:solidFill>
            <a:schemeClr val="accent1"/>
          </a:solidFill>
          <a:ln w="15875" cap="flat" cmpd="sng" algn="ctr">
            <a:solidFill>
              <a:srgbClr val="FF0000"/>
            </a:solidFill>
            <a:prstDash val="solid"/>
            <a:round/>
            <a:headEnd type="none" w="med" len="med"/>
            <a:tailEnd type="none" w="med" len="med"/>
          </a:ln>
          <a:effectLst/>
        </p:spPr>
      </p:cxnSp>
      <p:cxnSp>
        <p:nvCxnSpPr>
          <p:cNvPr id="51" name="Straight Connector 50"/>
          <p:cNvCxnSpPr/>
          <p:nvPr/>
        </p:nvCxnSpPr>
        <p:spPr bwMode="auto">
          <a:xfrm>
            <a:off x="2438400" y="6431280"/>
            <a:ext cx="457200" cy="0"/>
          </a:xfrm>
          <a:prstGeom prst="line">
            <a:avLst/>
          </a:prstGeom>
          <a:solidFill>
            <a:schemeClr val="accent1"/>
          </a:solidFill>
          <a:ln w="15875" cap="flat" cmpd="sng" algn="ctr">
            <a:solidFill>
              <a:srgbClr val="FF0000"/>
            </a:solidFill>
            <a:prstDash val="solid"/>
            <a:round/>
            <a:headEnd type="none" w="med" len="med"/>
            <a:tailEnd type="none" w="med" len="med"/>
          </a:ln>
          <a:effectLst/>
        </p:spPr>
      </p:cxnSp>
      <p:cxnSp>
        <p:nvCxnSpPr>
          <p:cNvPr id="52" name="Straight Connector 51"/>
          <p:cNvCxnSpPr/>
          <p:nvPr/>
        </p:nvCxnSpPr>
        <p:spPr bwMode="auto">
          <a:xfrm>
            <a:off x="5105400" y="1695450"/>
            <a:ext cx="152400" cy="0"/>
          </a:xfrm>
          <a:prstGeom prst="line">
            <a:avLst/>
          </a:prstGeom>
          <a:solidFill>
            <a:schemeClr val="accent1"/>
          </a:solidFill>
          <a:ln w="15875" cap="flat" cmpd="sng" algn="ctr">
            <a:solidFill>
              <a:srgbClr val="FF0000"/>
            </a:solidFill>
            <a:prstDash val="solid"/>
            <a:round/>
            <a:headEnd type="none" w="med" len="med"/>
            <a:tailEnd type="none" w="med" len="med"/>
          </a:ln>
          <a:effectLst/>
        </p:spPr>
      </p:cxnSp>
      <p:cxnSp>
        <p:nvCxnSpPr>
          <p:cNvPr id="53" name="Straight Connector 52"/>
          <p:cNvCxnSpPr/>
          <p:nvPr/>
        </p:nvCxnSpPr>
        <p:spPr bwMode="auto">
          <a:xfrm>
            <a:off x="5093970" y="3006090"/>
            <a:ext cx="274320" cy="0"/>
          </a:xfrm>
          <a:prstGeom prst="line">
            <a:avLst/>
          </a:prstGeom>
          <a:solidFill>
            <a:schemeClr val="accent1"/>
          </a:solidFill>
          <a:ln w="15875" cap="flat" cmpd="sng" algn="ctr">
            <a:solidFill>
              <a:srgbClr val="FF0000"/>
            </a:solidFill>
            <a:prstDash val="solid"/>
            <a:round/>
            <a:headEnd type="none" w="med" len="med"/>
            <a:tailEnd type="none" w="med" len="med"/>
          </a:ln>
          <a:effectLst/>
        </p:spPr>
      </p:cxnSp>
      <p:cxnSp>
        <p:nvCxnSpPr>
          <p:cNvPr id="58" name="Straight Connector 57"/>
          <p:cNvCxnSpPr/>
          <p:nvPr/>
        </p:nvCxnSpPr>
        <p:spPr bwMode="auto">
          <a:xfrm>
            <a:off x="5052060" y="3817620"/>
            <a:ext cx="510540" cy="0"/>
          </a:xfrm>
          <a:prstGeom prst="line">
            <a:avLst/>
          </a:prstGeom>
          <a:solidFill>
            <a:schemeClr val="accent1"/>
          </a:solidFill>
          <a:ln w="15875" cap="flat" cmpd="sng" algn="ctr">
            <a:solidFill>
              <a:srgbClr val="FF0000"/>
            </a:solidFill>
            <a:prstDash val="solid"/>
            <a:round/>
            <a:headEnd type="none" w="med" len="med"/>
            <a:tailEnd type="none" w="med" len="med"/>
          </a:ln>
          <a:effectLst/>
        </p:spPr>
      </p:cxnSp>
      <p:cxnSp>
        <p:nvCxnSpPr>
          <p:cNvPr id="60" name="Straight Connector 59"/>
          <p:cNvCxnSpPr/>
          <p:nvPr/>
        </p:nvCxnSpPr>
        <p:spPr bwMode="auto">
          <a:xfrm>
            <a:off x="5618480" y="4099560"/>
            <a:ext cx="274320" cy="0"/>
          </a:xfrm>
          <a:prstGeom prst="line">
            <a:avLst/>
          </a:prstGeom>
          <a:solidFill>
            <a:schemeClr val="accent1"/>
          </a:solidFill>
          <a:ln w="15875" cap="flat" cmpd="sng" algn="ctr">
            <a:solidFill>
              <a:srgbClr val="FF0000"/>
            </a:solidFill>
            <a:prstDash val="solid"/>
            <a:round/>
            <a:headEnd type="none" w="med" len="med"/>
            <a:tailEnd type="none" w="med" len="med"/>
          </a:ln>
          <a:effectLst/>
        </p:spPr>
      </p:cxnSp>
      <p:cxnSp>
        <p:nvCxnSpPr>
          <p:cNvPr id="61" name="Straight Connector 60"/>
          <p:cNvCxnSpPr/>
          <p:nvPr/>
        </p:nvCxnSpPr>
        <p:spPr bwMode="auto">
          <a:xfrm>
            <a:off x="5222240" y="3327400"/>
            <a:ext cx="152400" cy="0"/>
          </a:xfrm>
          <a:prstGeom prst="line">
            <a:avLst/>
          </a:prstGeom>
          <a:solidFill>
            <a:schemeClr val="accent1"/>
          </a:solidFill>
          <a:ln w="15875" cap="flat" cmpd="sng" algn="ctr">
            <a:solidFill>
              <a:srgbClr val="FF0000"/>
            </a:solidFill>
            <a:prstDash val="solid"/>
            <a:round/>
            <a:headEnd type="none" w="med" len="med"/>
            <a:tailEnd type="none" w="med" len="med"/>
          </a:ln>
          <a:effectLst/>
        </p:spPr>
      </p:cxnSp>
    </p:spTree>
    <p:extLst>
      <p:ext uri="{BB962C8B-B14F-4D97-AF65-F5344CB8AC3E}">
        <p14:creationId xmlns:p14="http://schemas.microsoft.com/office/powerpoint/2010/main" val="7249878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rgbClr val="333399"/>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rgbClr val="333399"/>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rgbClr val="333399"/>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12527095-594B-4BB7-A2C8-29BE5697C003}" type="slidenum">
              <a:rPr lang="en-US" altLang="en-US" sz="1000" smtClean="0">
                <a:solidFill>
                  <a:schemeClr val="tx1"/>
                </a:solidFill>
                <a:latin typeface="Arial" panose="020B0604020202020204" pitchFamily="34" charset="0"/>
              </a:rPr>
              <a:pPr>
                <a:spcBef>
                  <a:spcPct val="0"/>
                </a:spcBef>
                <a:buFontTx/>
                <a:buNone/>
              </a:pPr>
              <a:t>4</a:t>
            </a:fld>
            <a:endParaRPr lang="en-US" altLang="en-US" sz="1000" smtClean="0">
              <a:solidFill>
                <a:schemeClr val="tx1"/>
              </a:solidFill>
              <a:latin typeface="Arial" panose="020B0604020202020204" pitchFamily="34" charset="0"/>
            </a:endParaRPr>
          </a:p>
        </p:txBody>
      </p:sp>
      <p:sp>
        <p:nvSpPr>
          <p:cNvPr id="18435" name="Rectangle 2"/>
          <p:cNvSpPr>
            <a:spLocks noGrp="1" noChangeArrowheads="1"/>
          </p:cNvSpPr>
          <p:nvPr>
            <p:ph type="title"/>
          </p:nvPr>
        </p:nvSpPr>
        <p:spPr>
          <a:xfrm>
            <a:off x="609600" y="152400"/>
            <a:ext cx="8153400" cy="1143000"/>
          </a:xfrm>
        </p:spPr>
        <p:txBody>
          <a:bodyPr/>
          <a:lstStyle/>
          <a:p>
            <a:pPr eaLnBrk="1" hangingPunct="1"/>
            <a:r>
              <a:rPr lang="en-US" altLang="en-US" sz="3200" smtClean="0"/>
              <a:t>Minimal Hardware Programming: Pseudocodes</a:t>
            </a:r>
          </a:p>
        </p:txBody>
      </p:sp>
      <p:sp>
        <p:nvSpPr>
          <p:cNvPr id="18436" name="Rectangle 3"/>
          <p:cNvSpPr>
            <a:spLocks noGrp="1" noChangeArrowheads="1"/>
          </p:cNvSpPr>
          <p:nvPr>
            <p:ph type="body" idx="1"/>
          </p:nvPr>
        </p:nvSpPr>
        <p:spPr/>
        <p:txBody>
          <a:bodyPr/>
          <a:lstStyle/>
          <a:p>
            <a:pPr eaLnBrk="1" hangingPunct="1"/>
            <a:r>
              <a:rPr lang="en-US" altLang="en-US" dirty="0" smtClean="0"/>
              <a:t>Late 1940s and early 1950s</a:t>
            </a:r>
          </a:p>
          <a:p>
            <a:pPr lvl="1" eaLnBrk="1" hangingPunct="1"/>
            <a:r>
              <a:rPr lang="en-US" altLang="en-US" dirty="0" smtClean="0"/>
              <a:t>Programming done using machine code</a:t>
            </a:r>
          </a:p>
          <a:p>
            <a:pPr lvl="1" eaLnBrk="1" hangingPunct="1"/>
            <a:r>
              <a:rPr lang="en-US" altLang="en-US" dirty="0" smtClean="0"/>
              <a:t>Numeric codes to specify instructions</a:t>
            </a:r>
          </a:p>
          <a:p>
            <a:pPr eaLnBrk="1" hangingPunct="1"/>
            <a:r>
              <a:rPr lang="en-US" altLang="en-US" dirty="0" smtClean="0"/>
              <a:t>What was wrong with using machine code?</a:t>
            </a:r>
          </a:p>
          <a:p>
            <a:pPr lvl="1" eaLnBrk="1" hangingPunct="1"/>
            <a:r>
              <a:rPr lang="en-US" altLang="en-US" dirty="0" smtClean="0"/>
              <a:t>Expression coding was tedious</a:t>
            </a:r>
          </a:p>
          <a:p>
            <a:pPr lvl="1" eaLnBrk="1" hangingPunct="1"/>
            <a:r>
              <a:rPr lang="en-US" altLang="en-US" dirty="0" smtClean="0"/>
              <a:t>Poor readability</a:t>
            </a:r>
          </a:p>
          <a:p>
            <a:pPr lvl="1" eaLnBrk="1" hangingPunct="1"/>
            <a:r>
              <a:rPr lang="en-US" altLang="en-US" dirty="0" smtClean="0"/>
              <a:t>Poor modifiability</a:t>
            </a:r>
          </a:p>
          <a:p>
            <a:pPr lvl="2" eaLnBrk="1" hangingPunct="1"/>
            <a:r>
              <a:rPr lang="en-US" altLang="en-US" dirty="0" smtClean="0"/>
              <a:t>Absolute addressing</a:t>
            </a:r>
          </a:p>
          <a:p>
            <a:pPr lvl="1" eaLnBrk="1" hangingPunct="1"/>
            <a:r>
              <a:rPr lang="en-US" altLang="en-US" dirty="0" smtClean="0"/>
              <a:t>Machine deficiencies</a:t>
            </a:r>
          </a:p>
          <a:p>
            <a:pPr lvl="2" eaLnBrk="1" hangingPunct="1"/>
            <a:r>
              <a:rPr lang="en-US" altLang="en-US" dirty="0" smtClean="0"/>
              <a:t>No indexing for arrays or floating point operations</a:t>
            </a:r>
          </a:p>
        </p:txBody>
      </p:sp>
      <p:sp>
        <p:nvSpPr>
          <p:cNvPr id="6" name="Footer Placeholder 3"/>
          <p:cNvSpPr>
            <a:spLocks noGrp="1"/>
          </p:cNvSpPr>
          <p:nvPr>
            <p:ph type="ftr" sz="quarter" idx="10"/>
          </p:nvPr>
        </p:nvSpPr>
        <p:spPr/>
        <p:txBody>
          <a:bodyPr/>
          <a:lstStyle/>
          <a:p>
            <a:pPr>
              <a:defRPr/>
            </a:pPr>
            <a:r>
              <a:rPr lang="en-US" altLang="en-US" dirty="0"/>
              <a:t>Copyright © </a:t>
            </a:r>
            <a:r>
              <a:rPr lang="en-US" altLang="en-US" dirty="0" smtClean="0"/>
              <a:t>2023 </a:t>
            </a:r>
            <a:r>
              <a:rPr lang="en-US" altLang="en-US" dirty="0"/>
              <a:t>Pearson Education, Ltd.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rgbClr val="333399"/>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rgbClr val="333399"/>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rgbClr val="333399"/>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12527095-594B-4BB7-A2C8-29BE5697C003}" type="slidenum">
              <a:rPr lang="en-US" altLang="en-US" sz="1000" smtClean="0">
                <a:solidFill>
                  <a:schemeClr val="tx1"/>
                </a:solidFill>
                <a:latin typeface="Arial" panose="020B0604020202020204" pitchFamily="34" charset="0"/>
              </a:rPr>
              <a:pPr>
                <a:spcBef>
                  <a:spcPct val="0"/>
                </a:spcBef>
                <a:buFontTx/>
                <a:buNone/>
              </a:pPr>
              <a:t>5</a:t>
            </a:fld>
            <a:endParaRPr lang="en-US" altLang="en-US" sz="1000" smtClean="0">
              <a:solidFill>
                <a:schemeClr val="tx1"/>
              </a:solidFill>
              <a:latin typeface="Arial" panose="020B0604020202020204" pitchFamily="34" charset="0"/>
            </a:endParaRPr>
          </a:p>
        </p:txBody>
      </p:sp>
      <p:sp>
        <p:nvSpPr>
          <p:cNvPr id="18435" name="Rectangle 2"/>
          <p:cNvSpPr>
            <a:spLocks noGrp="1" noChangeArrowheads="1"/>
          </p:cNvSpPr>
          <p:nvPr>
            <p:ph type="title"/>
          </p:nvPr>
        </p:nvSpPr>
        <p:spPr>
          <a:xfrm>
            <a:off x="609600" y="152400"/>
            <a:ext cx="8153400" cy="1143000"/>
          </a:xfrm>
        </p:spPr>
        <p:txBody>
          <a:bodyPr/>
          <a:lstStyle/>
          <a:p>
            <a:pPr eaLnBrk="1" hangingPunct="1"/>
            <a:r>
              <a:rPr lang="en-US" altLang="en-US" sz="3200" dirty="0" smtClean="0"/>
              <a:t>Minimal Hardware Programming: Pseudocodes</a:t>
            </a:r>
          </a:p>
        </p:txBody>
      </p:sp>
      <p:sp>
        <p:nvSpPr>
          <p:cNvPr id="18436" name="Rectangle 3"/>
          <p:cNvSpPr>
            <a:spLocks noGrp="1" noChangeArrowheads="1"/>
          </p:cNvSpPr>
          <p:nvPr>
            <p:ph type="body" idx="1"/>
          </p:nvPr>
        </p:nvSpPr>
        <p:spPr/>
        <p:txBody>
          <a:bodyPr/>
          <a:lstStyle/>
          <a:p>
            <a:pPr eaLnBrk="1" hangingPunct="1"/>
            <a:r>
              <a:rPr lang="en-US" altLang="en-US" dirty="0" smtClean="0"/>
              <a:t>Pseudocodes</a:t>
            </a:r>
          </a:p>
          <a:p>
            <a:pPr lvl="1" eaLnBrk="1" hangingPunct="1"/>
            <a:r>
              <a:rPr lang="en-US" altLang="en-US" dirty="0" smtClean="0"/>
              <a:t>Not pseudocode program planning you’ve used</a:t>
            </a:r>
          </a:p>
          <a:p>
            <a:pPr lvl="1" eaLnBrk="1" hangingPunct="1"/>
            <a:r>
              <a:rPr lang="en-US" altLang="en-US" dirty="0" smtClean="0"/>
              <a:t>An attempt to make programming simpler</a:t>
            </a:r>
          </a:p>
          <a:p>
            <a:pPr lvl="1" eaLnBrk="1" hangingPunct="1"/>
            <a:r>
              <a:rPr lang="en-US" altLang="en-US" dirty="0" smtClean="0"/>
              <a:t>Not fully high-level languages</a:t>
            </a:r>
          </a:p>
          <a:p>
            <a:pPr eaLnBrk="1" hangingPunct="1"/>
            <a:r>
              <a:rPr lang="en-US" altLang="en-US" dirty="0" smtClean="0"/>
              <a:t>Computers at the time</a:t>
            </a:r>
          </a:p>
          <a:p>
            <a:pPr lvl="1" eaLnBrk="1" hangingPunct="1"/>
            <a:r>
              <a:rPr lang="en-US" altLang="en-US" dirty="0" smtClean="0"/>
              <a:t>Very slow and unreliable</a:t>
            </a:r>
          </a:p>
          <a:p>
            <a:pPr lvl="1" eaLnBrk="1" hangingPunct="1"/>
            <a:r>
              <a:rPr lang="en-US" altLang="en-US" dirty="0" smtClean="0"/>
              <a:t>No support for floating point and array indexing</a:t>
            </a:r>
          </a:p>
          <a:p>
            <a:pPr eaLnBrk="1" hangingPunct="1"/>
            <a:r>
              <a:rPr lang="en-US" altLang="en-US" dirty="0" smtClean="0"/>
              <a:t>Approach used by pseudocodes</a:t>
            </a:r>
          </a:p>
          <a:p>
            <a:pPr lvl="1" eaLnBrk="1" hangingPunct="1"/>
            <a:r>
              <a:rPr lang="en-US" altLang="en-US" dirty="0" smtClean="0"/>
              <a:t>Floating point and array indexing in software</a:t>
            </a:r>
          </a:p>
          <a:p>
            <a:pPr lvl="1" eaLnBrk="1" hangingPunct="1"/>
            <a:r>
              <a:rPr lang="en-US" altLang="en-US" dirty="0" smtClean="0"/>
              <a:t>These languages were </a:t>
            </a:r>
            <a:r>
              <a:rPr lang="en-US" altLang="en-US" u="sng" dirty="0" smtClean="0"/>
              <a:t>interpreted</a:t>
            </a:r>
          </a:p>
        </p:txBody>
      </p:sp>
      <p:sp>
        <p:nvSpPr>
          <p:cNvPr id="6" name="Footer Placeholder 3"/>
          <p:cNvSpPr>
            <a:spLocks noGrp="1"/>
          </p:cNvSpPr>
          <p:nvPr>
            <p:ph type="ftr" sz="quarter" idx="10"/>
          </p:nvPr>
        </p:nvSpPr>
        <p:spPr/>
        <p:txBody>
          <a:bodyPr/>
          <a:lstStyle/>
          <a:p>
            <a:pPr>
              <a:defRPr/>
            </a:pPr>
            <a:r>
              <a:rPr lang="en-US" altLang="en-US" dirty="0"/>
              <a:t>Copyright © </a:t>
            </a:r>
            <a:r>
              <a:rPr lang="en-US" altLang="en-US" dirty="0" smtClean="0"/>
              <a:t>2023 </a:t>
            </a:r>
            <a:r>
              <a:rPr lang="en-US" altLang="en-US" dirty="0"/>
              <a:t>Pearson Education, Ltd. All rights reserved.</a:t>
            </a:r>
          </a:p>
        </p:txBody>
      </p:sp>
    </p:spTree>
    <p:extLst>
      <p:ext uri="{BB962C8B-B14F-4D97-AF65-F5344CB8AC3E}">
        <p14:creationId xmlns:p14="http://schemas.microsoft.com/office/powerpoint/2010/main" val="369191735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rgbClr val="333399"/>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rgbClr val="333399"/>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rgbClr val="333399"/>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C8180879-BD70-4EEE-B405-BBAE2A80E361}" type="slidenum">
              <a:rPr lang="en-US" altLang="en-US" sz="1000" smtClean="0">
                <a:solidFill>
                  <a:schemeClr val="tx1"/>
                </a:solidFill>
                <a:latin typeface="Arial" panose="020B0604020202020204" pitchFamily="34" charset="0"/>
              </a:rPr>
              <a:pPr>
                <a:spcBef>
                  <a:spcPct val="0"/>
                </a:spcBef>
                <a:buFontTx/>
                <a:buNone/>
              </a:pPr>
              <a:t>6</a:t>
            </a:fld>
            <a:endParaRPr lang="en-US" altLang="en-US" sz="1000" smtClean="0">
              <a:solidFill>
                <a:schemeClr val="tx1"/>
              </a:solidFill>
              <a:latin typeface="Arial" panose="020B0604020202020204" pitchFamily="34" charset="0"/>
            </a:endParaRPr>
          </a:p>
        </p:txBody>
      </p:sp>
      <p:sp>
        <p:nvSpPr>
          <p:cNvPr id="26627" name="Rectangle 2"/>
          <p:cNvSpPr>
            <a:spLocks noGrp="1" noChangeArrowheads="1"/>
          </p:cNvSpPr>
          <p:nvPr>
            <p:ph type="title"/>
          </p:nvPr>
        </p:nvSpPr>
        <p:spPr/>
        <p:txBody>
          <a:bodyPr/>
          <a:lstStyle/>
          <a:p>
            <a:pPr eaLnBrk="1" hangingPunct="1"/>
            <a:r>
              <a:rPr lang="en-US" altLang="en-US" smtClean="0"/>
              <a:t>IBM 704 and Fortran</a:t>
            </a:r>
          </a:p>
        </p:txBody>
      </p:sp>
      <p:sp>
        <p:nvSpPr>
          <p:cNvPr id="26628" name="Rectangle 3"/>
          <p:cNvSpPr>
            <a:spLocks noGrp="1" noChangeArrowheads="1"/>
          </p:cNvSpPr>
          <p:nvPr>
            <p:ph type="body" idx="1"/>
          </p:nvPr>
        </p:nvSpPr>
        <p:spPr/>
        <p:txBody>
          <a:bodyPr/>
          <a:lstStyle/>
          <a:p>
            <a:pPr>
              <a:lnSpc>
                <a:spcPct val="90000"/>
              </a:lnSpc>
              <a:spcBef>
                <a:spcPct val="0"/>
              </a:spcBef>
            </a:pPr>
            <a:r>
              <a:rPr lang="en-US" altLang="en-US" sz="2400" dirty="0" smtClean="0"/>
              <a:t>IBM Mathematical </a:t>
            </a:r>
            <a:r>
              <a:rPr lang="en-US" altLang="en-US" sz="2400" u="sng" dirty="0" err="1" smtClean="0"/>
              <a:t>FOR</a:t>
            </a:r>
            <a:r>
              <a:rPr lang="en-US" altLang="en-US" sz="2400" dirty="0" err="1" smtClean="0"/>
              <a:t>mula</a:t>
            </a:r>
            <a:r>
              <a:rPr lang="en-US" altLang="en-US" sz="2400" dirty="0" smtClean="0"/>
              <a:t> </a:t>
            </a:r>
            <a:r>
              <a:rPr lang="en-US" altLang="en-US" sz="2400" u="sng" dirty="0" err="1" smtClean="0"/>
              <a:t>TRAN</a:t>
            </a:r>
            <a:r>
              <a:rPr lang="en-US" altLang="en-US" sz="2400" dirty="0" err="1" smtClean="0"/>
              <a:t>slating</a:t>
            </a:r>
            <a:r>
              <a:rPr lang="en-US" altLang="en-US" sz="2400" dirty="0" smtClean="0"/>
              <a:t> System</a:t>
            </a:r>
          </a:p>
          <a:p>
            <a:pPr>
              <a:lnSpc>
                <a:spcPct val="90000"/>
              </a:lnSpc>
              <a:spcBef>
                <a:spcPct val="0"/>
              </a:spcBef>
            </a:pPr>
            <a:endParaRPr lang="en-US" altLang="en-US" sz="800" dirty="0" smtClean="0"/>
          </a:p>
          <a:p>
            <a:pPr>
              <a:lnSpc>
                <a:spcPct val="90000"/>
              </a:lnSpc>
              <a:spcBef>
                <a:spcPct val="0"/>
              </a:spcBef>
            </a:pPr>
            <a:r>
              <a:rPr lang="en-US" altLang="en-US" sz="2400" dirty="0" smtClean="0"/>
              <a:t>Fortran 0 (1954)</a:t>
            </a:r>
          </a:p>
          <a:p>
            <a:pPr lvl="1">
              <a:lnSpc>
                <a:spcPct val="90000"/>
              </a:lnSpc>
              <a:spcBef>
                <a:spcPct val="0"/>
              </a:spcBef>
            </a:pPr>
            <a:r>
              <a:rPr lang="en-US" altLang="en-US" sz="2000" dirty="0" smtClean="0"/>
              <a:t>Not implemented</a:t>
            </a:r>
          </a:p>
          <a:p>
            <a:pPr>
              <a:lnSpc>
                <a:spcPct val="90000"/>
              </a:lnSpc>
              <a:spcBef>
                <a:spcPct val="0"/>
              </a:spcBef>
            </a:pPr>
            <a:endParaRPr lang="en-US" altLang="en-US" sz="800" dirty="0" smtClean="0"/>
          </a:p>
          <a:p>
            <a:pPr>
              <a:lnSpc>
                <a:spcPct val="90000"/>
              </a:lnSpc>
              <a:spcBef>
                <a:spcPct val="0"/>
              </a:spcBef>
            </a:pPr>
            <a:r>
              <a:rPr lang="en-US" altLang="en-US" sz="2400" dirty="0" smtClean="0"/>
              <a:t>Fortran I (1957)</a:t>
            </a:r>
          </a:p>
          <a:p>
            <a:pPr lvl="1" eaLnBrk="1" hangingPunct="1">
              <a:lnSpc>
                <a:spcPct val="90000"/>
              </a:lnSpc>
            </a:pPr>
            <a:r>
              <a:rPr lang="en-US" altLang="en-US" sz="2000" dirty="0" smtClean="0"/>
              <a:t>Designed for the new IBM 704</a:t>
            </a:r>
          </a:p>
          <a:p>
            <a:pPr lvl="2" eaLnBrk="1" hangingPunct="1">
              <a:lnSpc>
                <a:spcPct val="90000"/>
              </a:lnSpc>
            </a:pPr>
            <a:r>
              <a:rPr lang="en-US" altLang="en-US" sz="1800" dirty="0" smtClean="0"/>
              <a:t>It had </a:t>
            </a:r>
            <a:r>
              <a:rPr lang="en-US" altLang="en-US" sz="1800" u="sng" dirty="0" smtClean="0"/>
              <a:t>index registers</a:t>
            </a:r>
            <a:r>
              <a:rPr lang="en-US" altLang="en-US" sz="1800" dirty="0" smtClean="0"/>
              <a:t> and </a:t>
            </a:r>
            <a:r>
              <a:rPr lang="en-US" altLang="en-US" sz="1800" u="sng" dirty="0" smtClean="0"/>
              <a:t>floating point hardware</a:t>
            </a:r>
          </a:p>
          <a:p>
            <a:pPr lvl="1" eaLnBrk="1" hangingPunct="1">
              <a:lnSpc>
                <a:spcPct val="90000"/>
              </a:lnSpc>
            </a:pPr>
            <a:r>
              <a:rPr lang="en-US" altLang="en-US" sz="2000" dirty="0" smtClean="0"/>
              <a:t>Floating point and array indexing were not in software</a:t>
            </a:r>
          </a:p>
          <a:p>
            <a:pPr lvl="2" eaLnBrk="1" hangingPunct="1">
              <a:lnSpc>
                <a:spcPct val="90000"/>
              </a:lnSpc>
            </a:pPr>
            <a:r>
              <a:rPr lang="en-US" altLang="en-US" sz="1800" dirty="0" smtClean="0"/>
              <a:t>Therefore no place to hide the cost of interpretation</a:t>
            </a:r>
          </a:p>
          <a:p>
            <a:pPr lvl="2" eaLnBrk="1" hangingPunct="1">
              <a:lnSpc>
                <a:spcPct val="90000"/>
              </a:lnSpc>
            </a:pPr>
            <a:r>
              <a:rPr lang="en-US" altLang="en-US" sz="1800" dirty="0" smtClean="0"/>
              <a:t>Led to the idea of compiled programming languages</a:t>
            </a:r>
          </a:p>
        </p:txBody>
      </p:sp>
      <p:sp>
        <p:nvSpPr>
          <p:cNvPr id="6" name="Footer Placeholder 3"/>
          <p:cNvSpPr>
            <a:spLocks noGrp="1"/>
          </p:cNvSpPr>
          <p:nvPr>
            <p:ph type="ftr" sz="quarter" idx="10"/>
          </p:nvPr>
        </p:nvSpPr>
        <p:spPr/>
        <p:txBody>
          <a:bodyPr/>
          <a:lstStyle/>
          <a:p>
            <a:pPr>
              <a:defRPr/>
            </a:pPr>
            <a:r>
              <a:rPr lang="en-US" altLang="en-US" dirty="0"/>
              <a:t>Copyright © </a:t>
            </a:r>
            <a:r>
              <a:rPr lang="en-US" altLang="en-US" dirty="0" smtClean="0"/>
              <a:t>2023 </a:t>
            </a:r>
            <a:r>
              <a:rPr lang="en-US" altLang="en-US" dirty="0"/>
              <a:t>Pearson Education, Ltd.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rgbClr val="333399"/>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rgbClr val="333399"/>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rgbClr val="333399"/>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B1A73E5A-CFF1-48B2-A9FD-C4E52182DC59}" type="slidenum">
              <a:rPr lang="en-US" altLang="en-US" sz="1000" smtClean="0">
                <a:solidFill>
                  <a:schemeClr val="tx1"/>
                </a:solidFill>
                <a:latin typeface="Arial" panose="020B0604020202020204" pitchFamily="34" charset="0"/>
              </a:rPr>
              <a:pPr>
                <a:spcBef>
                  <a:spcPct val="0"/>
                </a:spcBef>
                <a:buFontTx/>
                <a:buNone/>
              </a:pPr>
              <a:t>7</a:t>
            </a:fld>
            <a:endParaRPr lang="en-US" altLang="en-US" sz="1000" smtClean="0">
              <a:solidFill>
                <a:schemeClr val="tx1"/>
              </a:solidFill>
              <a:latin typeface="Arial" panose="020B0604020202020204" pitchFamily="34" charset="0"/>
            </a:endParaRPr>
          </a:p>
        </p:txBody>
      </p:sp>
      <p:sp>
        <p:nvSpPr>
          <p:cNvPr id="28675" name="Rectangle 2"/>
          <p:cNvSpPr>
            <a:spLocks noGrp="1" noChangeArrowheads="1"/>
          </p:cNvSpPr>
          <p:nvPr>
            <p:ph type="title"/>
          </p:nvPr>
        </p:nvSpPr>
        <p:spPr/>
        <p:txBody>
          <a:bodyPr/>
          <a:lstStyle/>
          <a:p>
            <a:pPr eaLnBrk="1" hangingPunct="1"/>
            <a:r>
              <a:rPr lang="en-US" altLang="en-US" smtClean="0"/>
              <a:t>Design Process of Fortran</a:t>
            </a:r>
          </a:p>
        </p:txBody>
      </p:sp>
      <p:sp>
        <p:nvSpPr>
          <p:cNvPr id="28676" name="Rectangle 3"/>
          <p:cNvSpPr>
            <a:spLocks noGrp="1" noChangeArrowheads="1"/>
          </p:cNvSpPr>
          <p:nvPr>
            <p:ph type="body" idx="1"/>
          </p:nvPr>
        </p:nvSpPr>
        <p:spPr>
          <a:xfrm>
            <a:off x="609600" y="1600200"/>
            <a:ext cx="8382000" cy="4572000"/>
          </a:xfrm>
        </p:spPr>
        <p:txBody>
          <a:bodyPr/>
          <a:lstStyle/>
          <a:p>
            <a:pPr eaLnBrk="1" hangingPunct="1">
              <a:lnSpc>
                <a:spcPct val="90000"/>
              </a:lnSpc>
            </a:pPr>
            <a:r>
              <a:rPr lang="en-US" altLang="en-US" sz="2400" dirty="0" smtClean="0"/>
              <a:t>Environment of Fortran I development</a:t>
            </a:r>
          </a:p>
          <a:p>
            <a:pPr lvl="1" eaLnBrk="1" hangingPunct="1">
              <a:lnSpc>
                <a:spcPct val="90000"/>
              </a:lnSpc>
            </a:pPr>
            <a:r>
              <a:rPr lang="en-US" altLang="en-US" sz="2000" dirty="0" smtClean="0"/>
              <a:t>IBM 704 had little memory, and was slow and unreliable</a:t>
            </a:r>
          </a:p>
          <a:p>
            <a:pPr lvl="1" eaLnBrk="1" hangingPunct="1">
              <a:lnSpc>
                <a:spcPct val="90000"/>
              </a:lnSpc>
            </a:pPr>
            <a:r>
              <a:rPr lang="en-US" altLang="en-US" sz="2000" dirty="0" smtClean="0"/>
              <a:t>Applications were scientific and fairly simple</a:t>
            </a:r>
          </a:p>
          <a:p>
            <a:pPr lvl="1" eaLnBrk="1" hangingPunct="1">
              <a:lnSpc>
                <a:spcPct val="90000"/>
              </a:lnSpc>
            </a:pPr>
            <a:r>
              <a:rPr lang="en-US" altLang="en-US" sz="2000" dirty="0" smtClean="0"/>
              <a:t>No programming methodology or tools</a:t>
            </a:r>
          </a:p>
          <a:p>
            <a:pPr lvl="1" eaLnBrk="1" hangingPunct="1">
              <a:lnSpc>
                <a:spcPct val="90000"/>
              </a:lnSpc>
            </a:pPr>
            <a:r>
              <a:rPr lang="en-US" altLang="en-US" sz="2000" dirty="0" smtClean="0"/>
              <a:t>Machine efficiency was the most important concern</a:t>
            </a:r>
          </a:p>
          <a:p>
            <a:pPr eaLnBrk="1" hangingPunct="1"/>
            <a:r>
              <a:rPr lang="en-US" altLang="en-US" sz="2400" dirty="0" smtClean="0"/>
              <a:t>Impact of environment on Fortran I design</a:t>
            </a:r>
          </a:p>
          <a:p>
            <a:pPr lvl="1" eaLnBrk="1" hangingPunct="1"/>
            <a:r>
              <a:rPr lang="en-US" altLang="en-US" sz="2000" dirty="0" smtClean="0"/>
              <a:t>Compiled programs had to be </a:t>
            </a:r>
            <a:r>
              <a:rPr lang="en-US" altLang="en-US" sz="2000" u="sng" dirty="0" smtClean="0"/>
              <a:t>fast</a:t>
            </a:r>
            <a:r>
              <a:rPr lang="en-US" altLang="en-US" sz="2000" dirty="0" smtClean="0"/>
              <a:t>!</a:t>
            </a:r>
          </a:p>
          <a:p>
            <a:pPr lvl="1" eaLnBrk="1" hangingPunct="1"/>
            <a:r>
              <a:rPr lang="en-US" altLang="en-US" sz="2000" dirty="0" smtClean="0"/>
              <a:t>No need for dynamic storage</a:t>
            </a:r>
          </a:p>
          <a:p>
            <a:pPr lvl="1" eaLnBrk="1" hangingPunct="1"/>
            <a:r>
              <a:rPr lang="en-US" altLang="en-US" sz="2000" dirty="0" smtClean="0"/>
              <a:t>Needed good array handling and counting loops</a:t>
            </a:r>
          </a:p>
          <a:p>
            <a:pPr lvl="1" eaLnBrk="1" hangingPunct="1"/>
            <a:r>
              <a:rPr lang="en-US" altLang="en-US" sz="2000" dirty="0" smtClean="0"/>
              <a:t>No string handling, decimal arithmetic, or powerful I/O</a:t>
            </a:r>
          </a:p>
          <a:p>
            <a:pPr lvl="2" eaLnBrk="1" hangingPunct="1"/>
            <a:r>
              <a:rPr lang="en-US" altLang="en-US" sz="1700" dirty="0" smtClean="0"/>
              <a:t>These were only found to be necessary for business software</a:t>
            </a:r>
          </a:p>
          <a:p>
            <a:pPr lvl="2" eaLnBrk="1" hangingPunct="1"/>
            <a:r>
              <a:rPr lang="en-US" altLang="en-US" sz="1700" dirty="0" smtClean="0"/>
              <a:t>No use for early scientific applications</a:t>
            </a:r>
          </a:p>
        </p:txBody>
      </p:sp>
      <p:sp>
        <p:nvSpPr>
          <p:cNvPr id="6" name="Footer Placeholder 3"/>
          <p:cNvSpPr>
            <a:spLocks noGrp="1"/>
          </p:cNvSpPr>
          <p:nvPr>
            <p:ph type="ftr" sz="quarter" idx="10"/>
          </p:nvPr>
        </p:nvSpPr>
        <p:spPr/>
        <p:txBody>
          <a:bodyPr/>
          <a:lstStyle/>
          <a:p>
            <a:pPr>
              <a:defRPr/>
            </a:pPr>
            <a:r>
              <a:rPr lang="en-US" altLang="en-US" dirty="0"/>
              <a:t>Copyright © </a:t>
            </a:r>
            <a:r>
              <a:rPr lang="en-US" altLang="en-US" dirty="0" smtClean="0"/>
              <a:t>2023 </a:t>
            </a:r>
            <a:r>
              <a:rPr lang="en-US" altLang="en-US" dirty="0"/>
              <a:t>Pearson Education, Ltd.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rgbClr val="333399"/>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rgbClr val="333399"/>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rgbClr val="333399"/>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16565236-6187-400D-9414-97CA2671FAC3}" type="slidenum">
              <a:rPr lang="en-US" altLang="en-US" sz="1000" smtClean="0">
                <a:solidFill>
                  <a:schemeClr val="tx1"/>
                </a:solidFill>
                <a:latin typeface="Arial" panose="020B0604020202020204" pitchFamily="34" charset="0"/>
              </a:rPr>
              <a:pPr>
                <a:spcBef>
                  <a:spcPct val="0"/>
                </a:spcBef>
                <a:buFontTx/>
                <a:buNone/>
              </a:pPr>
              <a:t>8</a:t>
            </a:fld>
            <a:endParaRPr lang="en-US" altLang="en-US" sz="1000" smtClean="0">
              <a:solidFill>
                <a:schemeClr val="tx1"/>
              </a:solidFill>
              <a:latin typeface="Arial" panose="020B0604020202020204" pitchFamily="34" charset="0"/>
            </a:endParaRPr>
          </a:p>
        </p:txBody>
      </p:sp>
      <p:sp>
        <p:nvSpPr>
          <p:cNvPr id="30723" name="Rectangle 2"/>
          <p:cNvSpPr>
            <a:spLocks noGrp="1" noChangeArrowheads="1"/>
          </p:cNvSpPr>
          <p:nvPr>
            <p:ph type="title"/>
          </p:nvPr>
        </p:nvSpPr>
        <p:spPr/>
        <p:txBody>
          <a:bodyPr/>
          <a:lstStyle/>
          <a:p>
            <a:pPr eaLnBrk="1" hangingPunct="1"/>
            <a:r>
              <a:rPr lang="en-US" altLang="en-US" smtClean="0"/>
              <a:t>Fortran I Overview</a:t>
            </a:r>
          </a:p>
        </p:txBody>
      </p:sp>
      <p:sp>
        <p:nvSpPr>
          <p:cNvPr id="30724" name="Rectangle 3"/>
          <p:cNvSpPr>
            <a:spLocks noGrp="1" noChangeArrowheads="1"/>
          </p:cNvSpPr>
          <p:nvPr>
            <p:ph type="body" idx="1"/>
          </p:nvPr>
        </p:nvSpPr>
        <p:spPr>
          <a:xfrm>
            <a:off x="609600" y="1600200"/>
            <a:ext cx="8305800" cy="4572000"/>
          </a:xfrm>
        </p:spPr>
        <p:txBody>
          <a:bodyPr/>
          <a:lstStyle/>
          <a:p>
            <a:pPr eaLnBrk="1" hangingPunct="1"/>
            <a:r>
              <a:rPr lang="en-US" altLang="en-US" dirty="0" smtClean="0"/>
              <a:t>First implemented version of Fortran</a:t>
            </a:r>
          </a:p>
          <a:p>
            <a:pPr lvl="1" eaLnBrk="1" hangingPunct="1"/>
            <a:r>
              <a:rPr lang="en-US" altLang="en-US" dirty="0" smtClean="0"/>
              <a:t>Names could have up to six characters</a:t>
            </a:r>
          </a:p>
          <a:p>
            <a:pPr lvl="1" eaLnBrk="1" hangingPunct="1"/>
            <a:r>
              <a:rPr lang="en-US" altLang="en-US" dirty="0" smtClean="0"/>
              <a:t>Post-test counting loop (</a:t>
            </a:r>
            <a:r>
              <a:rPr lang="en-US" altLang="en-US" b="1" dirty="0" smtClean="0">
                <a:latin typeface="Courier New" panose="02070309020205020404" pitchFamily="49" charset="0"/>
              </a:rPr>
              <a:t>DO</a:t>
            </a:r>
            <a:r>
              <a:rPr lang="en-US" altLang="en-US" dirty="0" smtClean="0"/>
              <a:t> loop)</a:t>
            </a:r>
          </a:p>
          <a:p>
            <a:pPr lvl="1" eaLnBrk="1" hangingPunct="1"/>
            <a:r>
              <a:rPr lang="en-US" altLang="en-US" dirty="0" smtClean="0"/>
              <a:t>Very basic formatted I/O</a:t>
            </a:r>
          </a:p>
          <a:p>
            <a:pPr lvl="1" eaLnBrk="1" hangingPunct="1"/>
            <a:r>
              <a:rPr lang="en-US" altLang="en-US" dirty="0" smtClean="0"/>
              <a:t>User-defined subprograms</a:t>
            </a:r>
          </a:p>
          <a:p>
            <a:pPr lvl="1" eaLnBrk="1" hangingPunct="1"/>
            <a:r>
              <a:rPr lang="en-US" altLang="en-US" dirty="0" smtClean="0"/>
              <a:t>Three-way selection statement (arithmetic </a:t>
            </a:r>
            <a:r>
              <a:rPr lang="en-US" altLang="en-US" b="1" dirty="0" smtClean="0">
                <a:latin typeface="Courier New" panose="02070309020205020404" pitchFamily="49" charset="0"/>
              </a:rPr>
              <a:t>IF</a:t>
            </a:r>
            <a:r>
              <a:rPr lang="en-US" altLang="en-US" dirty="0" smtClean="0"/>
              <a:t>)</a:t>
            </a:r>
          </a:p>
          <a:p>
            <a:pPr lvl="1" eaLnBrk="1" hangingPunct="1"/>
            <a:r>
              <a:rPr lang="en-US" altLang="en-US" dirty="0" smtClean="0"/>
              <a:t>No data typing statements</a:t>
            </a:r>
          </a:p>
          <a:p>
            <a:pPr lvl="2" eaLnBrk="1" hangingPunct="1"/>
            <a:r>
              <a:rPr lang="en-US" altLang="en-US" dirty="0" smtClean="0"/>
              <a:t>Data type based on the </a:t>
            </a:r>
            <a:r>
              <a:rPr lang="en-US" altLang="en-US" u="sng" dirty="0" smtClean="0"/>
              <a:t>name</a:t>
            </a:r>
            <a:r>
              <a:rPr lang="en-US" altLang="en-US" dirty="0" smtClean="0"/>
              <a:t> of the variable</a:t>
            </a:r>
          </a:p>
          <a:p>
            <a:pPr lvl="2" eaLnBrk="1" hangingPunct="1"/>
            <a:r>
              <a:rPr lang="en-US" altLang="en-US" dirty="0" smtClean="0"/>
              <a:t>Variables starting with </a:t>
            </a:r>
            <a:r>
              <a:rPr lang="en-US" altLang="en-US" dirty="0" smtClean="0">
                <a:latin typeface="Courier New" panose="02070309020205020404" pitchFamily="49" charset="0"/>
                <a:cs typeface="Courier New" panose="02070309020205020404" pitchFamily="49" charset="0"/>
              </a:rPr>
              <a:t>I</a:t>
            </a:r>
            <a:r>
              <a:rPr lang="en-US" altLang="en-US" dirty="0" smtClean="0"/>
              <a:t>, </a:t>
            </a:r>
            <a:r>
              <a:rPr lang="en-US" altLang="en-US" dirty="0" smtClean="0">
                <a:latin typeface="Courier New" panose="02070309020205020404" pitchFamily="49" charset="0"/>
                <a:cs typeface="Courier New" panose="02070309020205020404" pitchFamily="49" charset="0"/>
              </a:rPr>
              <a:t>J</a:t>
            </a:r>
            <a:r>
              <a:rPr lang="en-US" altLang="en-US" dirty="0" smtClean="0"/>
              <a:t>, </a:t>
            </a:r>
            <a:r>
              <a:rPr lang="en-US" altLang="en-US" dirty="0" smtClean="0">
                <a:latin typeface="Courier New" panose="02070309020205020404" pitchFamily="49" charset="0"/>
                <a:cs typeface="Courier New" panose="02070309020205020404" pitchFamily="49" charset="0"/>
              </a:rPr>
              <a:t>K</a:t>
            </a:r>
            <a:r>
              <a:rPr lang="en-US" altLang="en-US" dirty="0" smtClean="0"/>
              <a:t>, </a:t>
            </a:r>
            <a:r>
              <a:rPr lang="en-US" altLang="en-US" dirty="0" smtClean="0">
                <a:latin typeface="Courier New" panose="02070309020205020404" pitchFamily="49" charset="0"/>
                <a:cs typeface="Courier New" panose="02070309020205020404" pitchFamily="49" charset="0"/>
              </a:rPr>
              <a:t>L</a:t>
            </a:r>
            <a:r>
              <a:rPr lang="en-US" altLang="en-US" dirty="0" smtClean="0"/>
              <a:t>, </a:t>
            </a:r>
            <a:r>
              <a:rPr lang="en-US" altLang="en-US" dirty="0" smtClean="0">
                <a:latin typeface="Courier New" panose="02070309020205020404" pitchFamily="49" charset="0"/>
                <a:cs typeface="Courier New" panose="02070309020205020404" pitchFamily="49" charset="0"/>
              </a:rPr>
              <a:t>M</a:t>
            </a:r>
            <a:r>
              <a:rPr lang="en-US" altLang="en-US" dirty="0" smtClean="0"/>
              <a:t> or </a:t>
            </a:r>
            <a:r>
              <a:rPr lang="en-US" altLang="en-US" dirty="0" smtClean="0">
                <a:latin typeface="Courier New" panose="02070309020205020404" pitchFamily="49" charset="0"/>
                <a:cs typeface="Courier New" panose="02070309020205020404" pitchFamily="49" charset="0"/>
              </a:rPr>
              <a:t>N</a:t>
            </a:r>
            <a:r>
              <a:rPr lang="en-US" altLang="en-US" dirty="0" smtClean="0"/>
              <a:t> were integers</a:t>
            </a:r>
          </a:p>
          <a:p>
            <a:pPr lvl="2" eaLnBrk="1" hangingPunct="1"/>
            <a:r>
              <a:rPr lang="en-US" altLang="en-US" dirty="0"/>
              <a:t>A</a:t>
            </a:r>
            <a:r>
              <a:rPr lang="en-US" altLang="en-US" dirty="0" smtClean="0"/>
              <a:t>ll other variables were floating point</a:t>
            </a:r>
          </a:p>
        </p:txBody>
      </p:sp>
      <p:sp>
        <p:nvSpPr>
          <p:cNvPr id="6" name="Footer Placeholder 3"/>
          <p:cNvSpPr>
            <a:spLocks noGrp="1"/>
          </p:cNvSpPr>
          <p:nvPr>
            <p:ph type="ftr" sz="quarter" idx="10"/>
          </p:nvPr>
        </p:nvSpPr>
        <p:spPr/>
        <p:txBody>
          <a:bodyPr/>
          <a:lstStyle/>
          <a:p>
            <a:pPr>
              <a:defRPr/>
            </a:pPr>
            <a:r>
              <a:rPr lang="en-US" altLang="en-US" dirty="0"/>
              <a:t>Copyright © </a:t>
            </a:r>
            <a:r>
              <a:rPr lang="en-US" altLang="en-US" dirty="0" smtClean="0"/>
              <a:t>2023 </a:t>
            </a:r>
            <a:r>
              <a:rPr lang="en-US" altLang="en-US" dirty="0"/>
              <a:t>Pearson Education, Ltd.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rgbClr val="333399"/>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rgbClr val="333399"/>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rgbClr val="333399"/>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AA267BD3-60B5-472B-979D-C5AE92C2D8C5}" type="slidenum">
              <a:rPr lang="en-US" altLang="en-US" sz="1000" smtClean="0">
                <a:solidFill>
                  <a:schemeClr val="tx1"/>
                </a:solidFill>
                <a:latin typeface="Arial" panose="020B0604020202020204" pitchFamily="34" charset="0"/>
              </a:rPr>
              <a:pPr>
                <a:spcBef>
                  <a:spcPct val="0"/>
                </a:spcBef>
                <a:buFontTx/>
                <a:buNone/>
              </a:pPr>
              <a:t>9</a:t>
            </a:fld>
            <a:endParaRPr lang="en-US" altLang="en-US" sz="1000" smtClean="0">
              <a:solidFill>
                <a:schemeClr val="tx1"/>
              </a:solidFill>
              <a:latin typeface="Arial" panose="020B0604020202020204" pitchFamily="34" charset="0"/>
            </a:endParaRPr>
          </a:p>
        </p:txBody>
      </p:sp>
      <p:sp>
        <p:nvSpPr>
          <p:cNvPr id="32771" name="Rectangle 2"/>
          <p:cNvSpPr>
            <a:spLocks noGrp="1" noChangeArrowheads="1"/>
          </p:cNvSpPr>
          <p:nvPr>
            <p:ph type="title"/>
          </p:nvPr>
        </p:nvSpPr>
        <p:spPr/>
        <p:txBody>
          <a:bodyPr/>
          <a:lstStyle/>
          <a:p>
            <a:pPr eaLnBrk="1" hangingPunct="1"/>
            <a:r>
              <a:rPr lang="en-US" altLang="en-US" smtClean="0"/>
              <a:t>Fortran I Overview (continued)</a:t>
            </a:r>
          </a:p>
        </p:txBody>
      </p:sp>
      <p:sp>
        <p:nvSpPr>
          <p:cNvPr id="32772" name="Rectangle 3"/>
          <p:cNvSpPr>
            <a:spLocks noGrp="1" noChangeArrowheads="1"/>
          </p:cNvSpPr>
          <p:nvPr>
            <p:ph type="body" idx="1"/>
          </p:nvPr>
        </p:nvSpPr>
        <p:spPr/>
        <p:txBody>
          <a:bodyPr/>
          <a:lstStyle/>
          <a:p>
            <a:pPr eaLnBrk="1" hangingPunct="1"/>
            <a:r>
              <a:rPr lang="en-US" altLang="en-US" dirty="0" smtClean="0"/>
              <a:t>First implemented version of Fortran </a:t>
            </a:r>
          </a:p>
          <a:p>
            <a:pPr lvl="1" eaLnBrk="1" hangingPunct="1"/>
            <a:r>
              <a:rPr lang="en-US" altLang="en-US" dirty="0" smtClean="0"/>
              <a:t>Compiler released</a:t>
            </a:r>
          </a:p>
          <a:p>
            <a:pPr lvl="2" eaLnBrk="1" hangingPunct="1"/>
            <a:r>
              <a:rPr lang="en-US" altLang="en-US" dirty="0" smtClean="0"/>
              <a:t>April 1957</a:t>
            </a:r>
          </a:p>
          <a:p>
            <a:pPr lvl="2" eaLnBrk="1" hangingPunct="1"/>
            <a:r>
              <a:rPr lang="en-US" altLang="en-US" dirty="0" smtClean="0"/>
              <a:t>After 18 worker-years of effort</a:t>
            </a:r>
          </a:p>
          <a:p>
            <a:pPr lvl="1" eaLnBrk="1" hangingPunct="1"/>
            <a:r>
              <a:rPr lang="en-US" altLang="en-US" dirty="0" smtClean="0"/>
              <a:t>Programs larger than 400 lines rarely compiled</a:t>
            </a:r>
          </a:p>
          <a:p>
            <a:pPr lvl="2" eaLnBrk="1" hangingPunct="1"/>
            <a:r>
              <a:rPr lang="en-US" altLang="en-US" dirty="0" smtClean="0"/>
              <a:t>Mainly due to poor reliability of 704</a:t>
            </a:r>
          </a:p>
          <a:p>
            <a:pPr lvl="2" eaLnBrk="1" hangingPunct="1"/>
            <a:r>
              <a:rPr lang="en-US" altLang="en-US" dirty="0" smtClean="0"/>
              <a:t>No solution as no support for </a:t>
            </a:r>
            <a:r>
              <a:rPr lang="en-US" altLang="en-US" u="sng" dirty="0" smtClean="0"/>
              <a:t>separate compilation</a:t>
            </a:r>
          </a:p>
          <a:p>
            <a:pPr lvl="1" eaLnBrk="1" hangingPunct="1"/>
            <a:r>
              <a:rPr lang="en-US" altLang="en-US" dirty="0" smtClean="0"/>
              <a:t>Successes</a:t>
            </a:r>
          </a:p>
          <a:p>
            <a:pPr lvl="2" eaLnBrk="1" hangingPunct="1"/>
            <a:r>
              <a:rPr lang="en-US" altLang="en-US" dirty="0" smtClean="0"/>
              <a:t>Code was very fast</a:t>
            </a:r>
          </a:p>
          <a:p>
            <a:pPr lvl="2" eaLnBrk="1" hangingPunct="1"/>
            <a:r>
              <a:rPr lang="en-US" altLang="en-US" dirty="0" smtClean="0"/>
              <a:t>Quickly became very widely used</a:t>
            </a:r>
          </a:p>
          <a:p>
            <a:pPr eaLnBrk="1" hangingPunct="1"/>
            <a:endParaRPr lang="en-US" altLang="en-US" dirty="0" smtClean="0"/>
          </a:p>
        </p:txBody>
      </p:sp>
      <p:sp>
        <p:nvSpPr>
          <p:cNvPr id="6" name="Footer Placeholder 3"/>
          <p:cNvSpPr>
            <a:spLocks noGrp="1"/>
          </p:cNvSpPr>
          <p:nvPr>
            <p:ph type="ftr" sz="quarter" idx="10"/>
          </p:nvPr>
        </p:nvSpPr>
        <p:spPr/>
        <p:txBody>
          <a:bodyPr/>
          <a:lstStyle/>
          <a:p>
            <a:pPr>
              <a:defRPr/>
            </a:pPr>
            <a:r>
              <a:rPr lang="en-US" altLang="en-US" dirty="0"/>
              <a:t>Copyright © </a:t>
            </a:r>
            <a:r>
              <a:rPr lang="en-US" altLang="en-US" dirty="0" smtClean="0"/>
              <a:t>2023 </a:t>
            </a:r>
            <a:r>
              <a:rPr lang="en-US" altLang="en-US" dirty="0"/>
              <a:t>Pearson Education, Ltd.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rgbClr val="333399"/>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rgbClr val="333399"/>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rgbClr val="333399"/>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EFF51EB7-0C4F-4435-91EF-3C4BA8FCEB3A}" type="slidenum">
              <a:rPr lang="en-US" altLang="en-US" sz="1000" smtClean="0">
                <a:solidFill>
                  <a:schemeClr val="tx1"/>
                </a:solidFill>
                <a:latin typeface="Arial" panose="020B0604020202020204" pitchFamily="34" charset="0"/>
              </a:rPr>
              <a:pPr>
                <a:spcBef>
                  <a:spcPct val="0"/>
                </a:spcBef>
                <a:buFontTx/>
                <a:buNone/>
              </a:pPr>
              <a:t>10</a:t>
            </a:fld>
            <a:endParaRPr lang="en-US" altLang="en-US" sz="1000" smtClean="0">
              <a:solidFill>
                <a:schemeClr val="tx1"/>
              </a:solidFill>
              <a:latin typeface="Arial" panose="020B0604020202020204" pitchFamily="34" charset="0"/>
            </a:endParaRPr>
          </a:p>
        </p:txBody>
      </p:sp>
      <p:sp>
        <p:nvSpPr>
          <p:cNvPr id="34819" name="Rectangle 2"/>
          <p:cNvSpPr>
            <a:spLocks noGrp="1" noChangeArrowheads="1"/>
          </p:cNvSpPr>
          <p:nvPr>
            <p:ph type="title"/>
          </p:nvPr>
        </p:nvSpPr>
        <p:spPr/>
        <p:txBody>
          <a:bodyPr/>
          <a:lstStyle/>
          <a:p>
            <a:pPr eaLnBrk="1" hangingPunct="1"/>
            <a:r>
              <a:rPr lang="en-US" altLang="en-US" smtClean="0"/>
              <a:t>Fortran II</a:t>
            </a:r>
          </a:p>
        </p:txBody>
      </p:sp>
      <p:sp>
        <p:nvSpPr>
          <p:cNvPr id="34820" name="Rectangle 3"/>
          <p:cNvSpPr>
            <a:spLocks noGrp="1" noChangeArrowheads="1"/>
          </p:cNvSpPr>
          <p:nvPr>
            <p:ph type="body" idx="1"/>
          </p:nvPr>
        </p:nvSpPr>
        <p:spPr/>
        <p:txBody>
          <a:bodyPr/>
          <a:lstStyle/>
          <a:p>
            <a:pPr eaLnBrk="1" hangingPunct="1"/>
            <a:r>
              <a:rPr lang="en-US" altLang="en-US" dirty="0" smtClean="0"/>
              <a:t>Distributed in 1958</a:t>
            </a:r>
          </a:p>
          <a:p>
            <a:pPr lvl="1" eaLnBrk="1" hangingPunct="1"/>
            <a:r>
              <a:rPr lang="en-US" altLang="en-US" dirty="0" smtClean="0"/>
              <a:t>Independent compilation</a:t>
            </a:r>
          </a:p>
          <a:p>
            <a:pPr lvl="2" eaLnBrk="1" hangingPunct="1"/>
            <a:r>
              <a:rPr lang="en-US" altLang="en-US" dirty="0" smtClean="0"/>
              <a:t>More reliable compilation for longer programs</a:t>
            </a:r>
          </a:p>
          <a:p>
            <a:pPr lvl="2" eaLnBrk="1" hangingPunct="1"/>
            <a:r>
              <a:rPr lang="en-US" altLang="en-US" dirty="0" smtClean="0"/>
              <a:t>Shortened compilation process (why?)</a:t>
            </a:r>
          </a:p>
          <a:p>
            <a:pPr lvl="1" eaLnBrk="1" hangingPunct="1"/>
            <a:r>
              <a:rPr lang="en-US" altLang="en-US" dirty="0" smtClean="0"/>
              <a:t>Fixed bugs in Fortran I</a:t>
            </a:r>
          </a:p>
        </p:txBody>
      </p:sp>
      <p:sp>
        <p:nvSpPr>
          <p:cNvPr id="6" name="Footer Placeholder 3"/>
          <p:cNvSpPr>
            <a:spLocks noGrp="1"/>
          </p:cNvSpPr>
          <p:nvPr>
            <p:ph type="ftr" sz="quarter" idx="10"/>
          </p:nvPr>
        </p:nvSpPr>
        <p:spPr/>
        <p:txBody>
          <a:bodyPr/>
          <a:lstStyle/>
          <a:p>
            <a:pPr>
              <a:defRPr/>
            </a:pPr>
            <a:r>
              <a:rPr lang="en-US" altLang="en-US" dirty="0"/>
              <a:t>Copyright © </a:t>
            </a:r>
            <a:r>
              <a:rPr lang="en-US" altLang="en-US" dirty="0" smtClean="0"/>
              <a:t>2023 </a:t>
            </a:r>
            <a:r>
              <a:rPr lang="en-US" altLang="en-US" dirty="0"/>
              <a:t>Pearson Education, Ltd.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rgbClr val="333399"/>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rgbClr val="333399"/>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rgbClr val="333399"/>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6C59789F-145E-4CCC-A600-2A4DB5DB9868}" type="slidenum">
              <a:rPr lang="en-US" altLang="en-US" sz="1000" smtClean="0">
                <a:solidFill>
                  <a:schemeClr val="tx1"/>
                </a:solidFill>
                <a:latin typeface="Arial" panose="020B0604020202020204" pitchFamily="34" charset="0"/>
              </a:rPr>
              <a:pPr>
                <a:spcBef>
                  <a:spcPct val="0"/>
                </a:spcBef>
                <a:buFontTx/>
                <a:buNone/>
              </a:pPr>
              <a:t>11</a:t>
            </a:fld>
            <a:endParaRPr lang="en-US" altLang="en-US" sz="1000" smtClean="0">
              <a:solidFill>
                <a:schemeClr val="tx1"/>
              </a:solidFill>
              <a:latin typeface="Arial" panose="020B0604020202020204" pitchFamily="34" charset="0"/>
            </a:endParaRPr>
          </a:p>
        </p:txBody>
      </p:sp>
      <p:sp>
        <p:nvSpPr>
          <p:cNvPr id="36867" name="Rectangle 2"/>
          <p:cNvSpPr>
            <a:spLocks noGrp="1" noChangeArrowheads="1"/>
          </p:cNvSpPr>
          <p:nvPr>
            <p:ph type="title"/>
          </p:nvPr>
        </p:nvSpPr>
        <p:spPr/>
        <p:txBody>
          <a:bodyPr/>
          <a:lstStyle/>
          <a:p>
            <a:pPr eaLnBrk="1" hangingPunct="1"/>
            <a:r>
              <a:rPr lang="en-US" altLang="en-US" smtClean="0"/>
              <a:t>Fortran IV</a:t>
            </a:r>
          </a:p>
        </p:txBody>
      </p:sp>
      <p:sp>
        <p:nvSpPr>
          <p:cNvPr id="36868" name="Rectangle 3"/>
          <p:cNvSpPr>
            <a:spLocks noGrp="1" noChangeArrowheads="1"/>
          </p:cNvSpPr>
          <p:nvPr>
            <p:ph type="body" idx="1"/>
          </p:nvPr>
        </p:nvSpPr>
        <p:spPr/>
        <p:txBody>
          <a:bodyPr/>
          <a:lstStyle/>
          <a:p>
            <a:pPr eaLnBrk="1" hangingPunct="1"/>
            <a:r>
              <a:rPr lang="en-US" altLang="en-US" smtClean="0"/>
              <a:t>Evolved during 1960-62</a:t>
            </a:r>
          </a:p>
          <a:p>
            <a:pPr lvl="1" eaLnBrk="1" hangingPunct="1"/>
            <a:r>
              <a:rPr lang="en-US" altLang="en-US" smtClean="0"/>
              <a:t>Explicit type declarations</a:t>
            </a:r>
          </a:p>
          <a:p>
            <a:pPr lvl="1" eaLnBrk="1" hangingPunct="1"/>
            <a:r>
              <a:rPr lang="en-US" altLang="en-US" smtClean="0"/>
              <a:t>Logical selection statement</a:t>
            </a:r>
          </a:p>
          <a:p>
            <a:pPr lvl="1" eaLnBrk="1" hangingPunct="1"/>
            <a:r>
              <a:rPr lang="en-US" altLang="en-US" smtClean="0"/>
              <a:t>Subprogram names could be parameters</a:t>
            </a:r>
          </a:p>
          <a:p>
            <a:pPr lvl="1" eaLnBrk="1" hangingPunct="1"/>
            <a:r>
              <a:rPr lang="en-US" altLang="en-US" smtClean="0"/>
              <a:t>ANSI standard in 1966</a:t>
            </a:r>
          </a:p>
        </p:txBody>
      </p:sp>
      <p:sp>
        <p:nvSpPr>
          <p:cNvPr id="6" name="Footer Placeholder 3"/>
          <p:cNvSpPr>
            <a:spLocks noGrp="1"/>
          </p:cNvSpPr>
          <p:nvPr>
            <p:ph type="ftr" sz="quarter" idx="10"/>
          </p:nvPr>
        </p:nvSpPr>
        <p:spPr/>
        <p:txBody>
          <a:bodyPr/>
          <a:lstStyle/>
          <a:p>
            <a:pPr>
              <a:defRPr/>
            </a:pPr>
            <a:r>
              <a:rPr lang="en-US" altLang="en-US" dirty="0"/>
              <a:t>Copyright © </a:t>
            </a:r>
            <a:r>
              <a:rPr lang="en-US" altLang="en-US" dirty="0" smtClean="0"/>
              <a:t>2023 </a:t>
            </a:r>
            <a:r>
              <a:rPr lang="en-US" altLang="en-US" dirty="0"/>
              <a:t>Pearson Education, Ltd.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rgbClr val="333399"/>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rgbClr val="333399"/>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rgbClr val="333399"/>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720E983A-137C-4ECE-B1A1-E8939B9CBC67}" type="slidenum">
              <a:rPr lang="en-US" altLang="en-US" sz="1000" smtClean="0">
                <a:solidFill>
                  <a:schemeClr val="tx1"/>
                </a:solidFill>
                <a:latin typeface="Arial" panose="020B0604020202020204" pitchFamily="34" charset="0"/>
              </a:rPr>
              <a:pPr>
                <a:spcBef>
                  <a:spcPct val="0"/>
                </a:spcBef>
                <a:buFontTx/>
                <a:buNone/>
              </a:pPr>
              <a:t>12</a:t>
            </a:fld>
            <a:endParaRPr lang="en-US" altLang="en-US" sz="1000" smtClean="0">
              <a:solidFill>
                <a:schemeClr val="tx1"/>
              </a:solidFill>
              <a:latin typeface="Arial" panose="020B0604020202020204" pitchFamily="34" charset="0"/>
            </a:endParaRPr>
          </a:p>
        </p:txBody>
      </p:sp>
      <p:sp>
        <p:nvSpPr>
          <p:cNvPr id="38915" name="Rectangle 2"/>
          <p:cNvSpPr>
            <a:spLocks noGrp="1" noChangeArrowheads="1"/>
          </p:cNvSpPr>
          <p:nvPr>
            <p:ph type="title"/>
          </p:nvPr>
        </p:nvSpPr>
        <p:spPr/>
        <p:txBody>
          <a:bodyPr/>
          <a:lstStyle/>
          <a:p>
            <a:pPr eaLnBrk="1" hangingPunct="1"/>
            <a:r>
              <a:rPr lang="en-US" altLang="en-US" smtClean="0"/>
              <a:t>Fortran 77</a:t>
            </a:r>
          </a:p>
        </p:txBody>
      </p:sp>
      <p:sp>
        <p:nvSpPr>
          <p:cNvPr id="38916" name="Rectangle 3"/>
          <p:cNvSpPr>
            <a:spLocks noGrp="1" noChangeArrowheads="1"/>
          </p:cNvSpPr>
          <p:nvPr>
            <p:ph type="body" idx="1"/>
          </p:nvPr>
        </p:nvSpPr>
        <p:spPr/>
        <p:txBody>
          <a:bodyPr/>
          <a:lstStyle/>
          <a:p>
            <a:pPr eaLnBrk="1" hangingPunct="1"/>
            <a:r>
              <a:rPr lang="en-US" altLang="en-US" dirty="0" smtClean="0"/>
              <a:t>Became the new standard in 1978</a:t>
            </a:r>
          </a:p>
          <a:p>
            <a:pPr lvl="1" eaLnBrk="1" hangingPunct="1"/>
            <a:r>
              <a:rPr lang="en-US" altLang="en-US" dirty="0" smtClean="0"/>
              <a:t>Character string handling</a:t>
            </a:r>
          </a:p>
          <a:p>
            <a:pPr lvl="1" eaLnBrk="1" hangingPunct="1"/>
            <a:r>
              <a:rPr lang="en-US" altLang="en-US" dirty="0" smtClean="0"/>
              <a:t>Logical loop control statement</a:t>
            </a:r>
          </a:p>
          <a:p>
            <a:pPr lvl="1" eaLnBrk="1" hangingPunct="1"/>
            <a:r>
              <a:rPr lang="en-US" altLang="en-US" dirty="0" smtClean="0">
                <a:latin typeface="+mj-lt"/>
              </a:rPr>
              <a:t>An </a:t>
            </a:r>
            <a:r>
              <a:rPr lang="en-US" altLang="en-US" b="1" dirty="0" smtClean="0">
                <a:latin typeface="Courier New" panose="02070309020205020404" pitchFamily="49" charset="0"/>
              </a:rPr>
              <a:t>IF-THEN-ELSE</a:t>
            </a:r>
            <a:r>
              <a:rPr lang="en-US" altLang="en-US" dirty="0" smtClean="0"/>
              <a:t> statement</a:t>
            </a:r>
          </a:p>
          <a:p>
            <a:pPr eaLnBrk="1" hangingPunct="1"/>
            <a:endParaRPr lang="en-US" altLang="en-US" dirty="0" smtClean="0"/>
          </a:p>
          <a:p>
            <a:pPr eaLnBrk="1" hangingPunct="1"/>
            <a:endParaRPr lang="en-US" altLang="en-US" dirty="0" smtClean="0"/>
          </a:p>
          <a:p>
            <a:pPr eaLnBrk="1" hangingPunct="1"/>
            <a:endParaRPr lang="en-US" altLang="en-US" dirty="0" smtClean="0"/>
          </a:p>
        </p:txBody>
      </p:sp>
      <p:sp>
        <p:nvSpPr>
          <p:cNvPr id="6" name="Footer Placeholder 3"/>
          <p:cNvSpPr>
            <a:spLocks noGrp="1"/>
          </p:cNvSpPr>
          <p:nvPr>
            <p:ph type="ftr" sz="quarter" idx="10"/>
          </p:nvPr>
        </p:nvSpPr>
        <p:spPr/>
        <p:txBody>
          <a:bodyPr/>
          <a:lstStyle/>
          <a:p>
            <a:pPr>
              <a:defRPr/>
            </a:pPr>
            <a:r>
              <a:rPr lang="en-US" altLang="en-US" dirty="0"/>
              <a:t>Copyright © </a:t>
            </a:r>
            <a:r>
              <a:rPr lang="en-US" altLang="en-US" dirty="0" smtClean="0"/>
              <a:t>2023 </a:t>
            </a:r>
            <a:r>
              <a:rPr lang="en-US" altLang="en-US" dirty="0"/>
              <a:t>Pearson Education, Ltd.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rgbClr val="333399"/>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rgbClr val="333399"/>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rgbClr val="333399"/>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26615D91-2065-488A-AF9C-FF12B1862CDF}" type="slidenum">
              <a:rPr lang="en-US" altLang="en-US" sz="1000" smtClean="0">
                <a:solidFill>
                  <a:schemeClr val="tx1"/>
                </a:solidFill>
                <a:latin typeface="Arial" panose="020B0604020202020204" pitchFamily="34" charset="0"/>
              </a:rPr>
              <a:pPr>
                <a:spcBef>
                  <a:spcPct val="0"/>
                </a:spcBef>
                <a:buFontTx/>
                <a:buNone/>
              </a:pPr>
              <a:t>13</a:t>
            </a:fld>
            <a:endParaRPr lang="en-US" altLang="en-US" sz="1000" smtClean="0">
              <a:solidFill>
                <a:schemeClr val="tx1"/>
              </a:solidFill>
              <a:latin typeface="Arial" panose="020B0604020202020204" pitchFamily="34" charset="0"/>
            </a:endParaRPr>
          </a:p>
        </p:txBody>
      </p:sp>
      <p:sp>
        <p:nvSpPr>
          <p:cNvPr id="40963" name="Rectangle 2"/>
          <p:cNvSpPr>
            <a:spLocks noGrp="1" noChangeArrowheads="1"/>
          </p:cNvSpPr>
          <p:nvPr>
            <p:ph type="title"/>
          </p:nvPr>
        </p:nvSpPr>
        <p:spPr/>
        <p:txBody>
          <a:bodyPr/>
          <a:lstStyle/>
          <a:p>
            <a:pPr eaLnBrk="1" hangingPunct="1"/>
            <a:r>
              <a:rPr lang="en-US" altLang="en-US" smtClean="0"/>
              <a:t>Fortran 90</a:t>
            </a:r>
          </a:p>
        </p:txBody>
      </p:sp>
      <p:sp>
        <p:nvSpPr>
          <p:cNvPr id="40964" name="Rectangle 3"/>
          <p:cNvSpPr>
            <a:spLocks noGrp="1" noChangeArrowheads="1"/>
          </p:cNvSpPr>
          <p:nvPr>
            <p:ph type="body" idx="1"/>
          </p:nvPr>
        </p:nvSpPr>
        <p:spPr/>
        <p:txBody>
          <a:bodyPr/>
          <a:lstStyle/>
          <a:p>
            <a:pPr eaLnBrk="1" hangingPunct="1"/>
            <a:r>
              <a:rPr lang="en-US" altLang="en-US" dirty="0" smtClean="0"/>
              <a:t>Significantly different from Fortran 77</a:t>
            </a:r>
          </a:p>
          <a:p>
            <a:pPr lvl="1" eaLnBrk="1" hangingPunct="1"/>
            <a:r>
              <a:rPr lang="en-US" altLang="en-US" dirty="0" smtClean="0"/>
              <a:t>Modules</a:t>
            </a:r>
          </a:p>
          <a:p>
            <a:pPr lvl="1" eaLnBrk="1" hangingPunct="1"/>
            <a:r>
              <a:rPr lang="en-US" altLang="en-US" dirty="0" smtClean="0"/>
              <a:t>Dynamic arrays</a:t>
            </a:r>
          </a:p>
          <a:p>
            <a:pPr lvl="1" eaLnBrk="1" hangingPunct="1"/>
            <a:r>
              <a:rPr lang="en-US" altLang="en-US" dirty="0" smtClean="0"/>
              <a:t>Pointers</a:t>
            </a:r>
          </a:p>
          <a:p>
            <a:pPr lvl="1" eaLnBrk="1" hangingPunct="1"/>
            <a:r>
              <a:rPr lang="en-US" altLang="en-US" dirty="0" smtClean="0"/>
              <a:t>Recursion</a:t>
            </a:r>
          </a:p>
          <a:p>
            <a:pPr lvl="1" eaLnBrk="1" hangingPunct="1"/>
            <a:r>
              <a:rPr lang="en-US" altLang="en-US" dirty="0" smtClean="0">
                <a:latin typeface="+mj-lt"/>
              </a:rPr>
              <a:t>A </a:t>
            </a:r>
            <a:r>
              <a:rPr lang="en-US" altLang="en-US" b="1" dirty="0" smtClean="0">
                <a:latin typeface="Courier New" panose="02070309020205020404" pitchFamily="49" charset="0"/>
              </a:rPr>
              <a:t>CASE</a:t>
            </a:r>
            <a:r>
              <a:rPr lang="en-US" altLang="en-US" dirty="0" smtClean="0"/>
              <a:t> statement</a:t>
            </a:r>
          </a:p>
          <a:p>
            <a:pPr lvl="1" eaLnBrk="1" hangingPunct="1"/>
            <a:r>
              <a:rPr lang="en-US" altLang="en-US" dirty="0" smtClean="0"/>
              <a:t>Parameter type checking</a:t>
            </a:r>
          </a:p>
          <a:p>
            <a:pPr lvl="1" eaLnBrk="1" hangingPunct="1"/>
            <a:r>
              <a:rPr lang="en-US" altLang="en-US" dirty="0" smtClean="0"/>
              <a:t>Relaxed fixed code format requirements</a:t>
            </a:r>
          </a:p>
          <a:p>
            <a:pPr lvl="1" eaLnBrk="1" hangingPunct="1"/>
            <a:r>
              <a:rPr lang="en-US" altLang="en-US" dirty="0" smtClean="0"/>
              <a:t>Some previous language features deprecated</a:t>
            </a:r>
          </a:p>
          <a:p>
            <a:pPr eaLnBrk="1" hangingPunct="1"/>
            <a:endParaRPr lang="en-US" altLang="en-US" dirty="0" smtClean="0"/>
          </a:p>
        </p:txBody>
      </p:sp>
      <p:sp>
        <p:nvSpPr>
          <p:cNvPr id="6" name="Footer Placeholder 3"/>
          <p:cNvSpPr>
            <a:spLocks noGrp="1"/>
          </p:cNvSpPr>
          <p:nvPr>
            <p:ph type="ftr" sz="quarter" idx="10"/>
          </p:nvPr>
        </p:nvSpPr>
        <p:spPr/>
        <p:txBody>
          <a:bodyPr/>
          <a:lstStyle/>
          <a:p>
            <a:pPr>
              <a:defRPr/>
            </a:pPr>
            <a:r>
              <a:rPr lang="en-US" altLang="en-US" dirty="0"/>
              <a:t>Copyright © </a:t>
            </a:r>
            <a:r>
              <a:rPr lang="en-US" altLang="en-US" dirty="0" smtClean="0"/>
              <a:t>2023 </a:t>
            </a:r>
            <a:r>
              <a:rPr lang="en-US" altLang="en-US" dirty="0"/>
              <a:t>Pearson Education, Ltd.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rgbClr val="333399"/>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rgbClr val="333399"/>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rgbClr val="333399"/>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1225EAF0-5AD4-400B-868F-E6DD396B13AA}" type="slidenum">
              <a:rPr lang="en-US" altLang="en-US" sz="1000" smtClean="0">
                <a:solidFill>
                  <a:schemeClr val="tx1"/>
                </a:solidFill>
                <a:latin typeface="Arial" panose="020B0604020202020204" pitchFamily="34" charset="0"/>
              </a:rPr>
              <a:pPr>
                <a:spcBef>
                  <a:spcPct val="0"/>
                </a:spcBef>
                <a:buFontTx/>
                <a:buNone/>
              </a:pPr>
              <a:t>14</a:t>
            </a:fld>
            <a:endParaRPr lang="en-US" altLang="en-US" sz="1000" smtClean="0">
              <a:solidFill>
                <a:schemeClr val="tx1"/>
              </a:solidFill>
              <a:latin typeface="Arial" panose="020B0604020202020204" pitchFamily="34" charset="0"/>
            </a:endParaRPr>
          </a:p>
        </p:txBody>
      </p:sp>
      <p:sp>
        <p:nvSpPr>
          <p:cNvPr id="43011" name="Rectangle 2"/>
          <p:cNvSpPr>
            <a:spLocks noGrp="1" noChangeArrowheads="1"/>
          </p:cNvSpPr>
          <p:nvPr>
            <p:ph type="title"/>
          </p:nvPr>
        </p:nvSpPr>
        <p:spPr/>
        <p:txBody>
          <a:bodyPr/>
          <a:lstStyle/>
          <a:p>
            <a:pPr eaLnBrk="1" hangingPunct="1"/>
            <a:r>
              <a:rPr lang="es-MX" altLang="en-US" smtClean="0"/>
              <a:t>Latest versions of Fortran</a:t>
            </a:r>
          </a:p>
        </p:txBody>
      </p:sp>
      <p:sp>
        <p:nvSpPr>
          <p:cNvPr id="43012" name="Rectangle 3"/>
          <p:cNvSpPr>
            <a:spLocks noGrp="1" noChangeArrowheads="1"/>
          </p:cNvSpPr>
          <p:nvPr>
            <p:ph type="body" idx="1"/>
          </p:nvPr>
        </p:nvSpPr>
        <p:spPr/>
        <p:txBody>
          <a:bodyPr/>
          <a:lstStyle/>
          <a:p>
            <a:pPr eaLnBrk="1" hangingPunct="1"/>
            <a:r>
              <a:rPr lang="en-ZA" altLang="en-US" sz="2000" dirty="0" smtClean="0"/>
              <a:t>Fortran 95</a:t>
            </a:r>
          </a:p>
          <a:p>
            <a:pPr lvl="1" eaLnBrk="1" hangingPunct="1"/>
            <a:r>
              <a:rPr lang="en-ZA" altLang="en-US" sz="1800" dirty="0" smtClean="0"/>
              <a:t>Relatively minor additions</a:t>
            </a:r>
          </a:p>
          <a:p>
            <a:pPr lvl="1" eaLnBrk="1" hangingPunct="1"/>
            <a:r>
              <a:rPr lang="en-ZA" altLang="en-US" sz="1800" dirty="0" smtClean="0"/>
              <a:t>Some deletions</a:t>
            </a:r>
          </a:p>
          <a:p>
            <a:pPr eaLnBrk="1" hangingPunct="1"/>
            <a:r>
              <a:rPr lang="en-ZA" altLang="en-US" sz="2000" dirty="0" smtClean="0"/>
              <a:t>Fortran 2003</a:t>
            </a:r>
          </a:p>
          <a:p>
            <a:pPr lvl="1" eaLnBrk="1" hangingPunct="1"/>
            <a:r>
              <a:rPr lang="en-ZA" altLang="en-US" sz="1800" dirty="0" smtClean="0"/>
              <a:t>Support for OOP</a:t>
            </a:r>
          </a:p>
          <a:p>
            <a:pPr lvl="1" eaLnBrk="1" hangingPunct="1"/>
            <a:r>
              <a:rPr lang="en-ZA" altLang="en-US" sz="1800" dirty="0" smtClean="0"/>
              <a:t>Procedure pointers</a:t>
            </a:r>
          </a:p>
          <a:p>
            <a:pPr lvl="1" eaLnBrk="1" hangingPunct="1"/>
            <a:r>
              <a:rPr lang="en-ZA" altLang="en-US" sz="1800" dirty="0" smtClean="0"/>
              <a:t>Interoperability with C</a:t>
            </a:r>
          </a:p>
          <a:p>
            <a:pPr eaLnBrk="1" hangingPunct="1"/>
            <a:r>
              <a:rPr lang="en-ZA" altLang="en-US" sz="2000" dirty="0" smtClean="0"/>
              <a:t>Fortran 2008</a:t>
            </a:r>
          </a:p>
          <a:p>
            <a:pPr lvl="1" eaLnBrk="1" hangingPunct="1"/>
            <a:r>
              <a:rPr lang="en-ZA" altLang="en-US" sz="1800" dirty="0" smtClean="0"/>
              <a:t>Blocks with local scopes</a:t>
            </a:r>
          </a:p>
          <a:p>
            <a:pPr lvl="1" eaLnBrk="1" hangingPunct="1"/>
            <a:r>
              <a:rPr lang="en-ZA" altLang="en-US" sz="1800" dirty="0" smtClean="0"/>
              <a:t>Co-arrays</a:t>
            </a:r>
          </a:p>
          <a:p>
            <a:pPr lvl="1" eaLnBrk="1" hangingPunct="1"/>
            <a:r>
              <a:rPr lang="en-ZA" altLang="en-US" sz="1800" dirty="0" smtClean="0">
                <a:latin typeface="+mj-lt"/>
                <a:cs typeface="Courier New" panose="02070309020205020404" pitchFamily="49" charset="0"/>
              </a:rPr>
              <a:t>The </a:t>
            </a:r>
            <a:r>
              <a:rPr lang="en-ZA" altLang="en-US" sz="1800" dirty="0" smtClean="0">
                <a:latin typeface="Courier New" panose="02070309020205020404" pitchFamily="49" charset="0"/>
                <a:cs typeface="Courier New" panose="02070309020205020404" pitchFamily="49" charset="0"/>
              </a:rPr>
              <a:t>DO CONCURRENT</a:t>
            </a:r>
            <a:r>
              <a:rPr lang="en-ZA" altLang="en-US" sz="1800" dirty="0" smtClean="0">
                <a:latin typeface="+mj-lt"/>
                <a:cs typeface="Courier New" panose="02070309020205020404" pitchFamily="49" charset="0"/>
              </a:rPr>
              <a:t> construct</a:t>
            </a:r>
            <a:endParaRPr lang="en-ZA" altLang="en-US" sz="1800" dirty="0" smtClean="0">
              <a:latin typeface="Courier New" panose="02070309020205020404" pitchFamily="49" charset="0"/>
              <a:cs typeface="Courier New" panose="02070309020205020404" pitchFamily="49" charset="0"/>
            </a:endParaRPr>
          </a:p>
          <a:p>
            <a:pPr eaLnBrk="1" hangingPunct="1"/>
            <a:r>
              <a:rPr lang="en-ZA" altLang="en-US" sz="2000" dirty="0" smtClean="0"/>
              <a:t>Fortran 2018 and Fortran 2023</a:t>
            </a:r>
          </a:p>
          <a:p>
            <a:pPr lvl="1" eaLnBrk="1" hangingPunct="1"/>
            <a:r>
              <a:rPr lang="en-ZA" altLang="en-US" sz="1800" dirty="0" smtClean="0"/>
              <a:t>Some relatively minor additions</a:t>
            </a:r>
          </a:p>
        </p:txBody>
      </p:sp>
      <p:sp>
        <p:nvSpPr>
          <p:cNvPr id="6" name="Footer Placeholder 3"/>
          <p:cNvSpPr>
            <a:spLocks noGrp="1"/>
          </p:cNvSpPr>
          <p:nvPr>
            <p:ph type="ftr" sz="quarter" idx="10"/>
          </p:nvPr>
        </p:nvSpPr>
        <p:spPr/>
        <p:txBody>
          <a:bodyPr/>
          <a:lstStyle/>
          <a:p>
            <a:pPr>
              <a:defRPr/>
            </a:pPr>
            <a:r>
              <a:rPr lang="en-US" altLang="en-US" dirty="0"/>
              <a:t>Copyright © </a:t>
            </a:r>
            <a:r>
              <a:rPr lang="en-US" altLang="en-US" dirty="0" smtClean="0"/>
              <a:t>2023 </a:t>
            </a:r>
            <a:r>
              <a:rPr lang="en-US" altLang="en-US" dirty="0"/>
              <a:t>Pearson Education, Ltd.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rgbClr val="333399"/>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rgbClr val="333399"/>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rgbClr val="333399"/>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08144561-0274-4680-9A6B-C45E4DE8486B}" type="slidenum">
              <a:rPr lang="en-US" altLang="en-US" sz="1000" smtClean="0">
                <a:solidFill>
                  <a:schemeClr val="tx1"/>
                </a:solidFill>
                <a:latin typeface="Arial" panose="020B0604020202020204" pitchFamily="34" charset="0"/>
              </a:rPr>
              <a:pPr>
                <a:spcBef>
                  <a:spcPct val="0"/>
                </a:spcBef>
                <a:buFontTx/>
                <a:buNone/>
              </a:pPr>
              <a:t>15</a:t>
            </a:fld>
            <a:endParaRPr lang="en-US" altLang="en-US" sz="1000" smtClean="0">
              <a:solidFill>
                <a:schemeClr val="tx1"/>
              </a:solidFill>
              <a:latin typeface="Arial" panose="020B0604020202020204" pitchFamily="34" charset="0"/>
            </a:endParaRPr>
          </a:p>
        </p:txBody>
      </p:sp>
      <p:sp>
        <p:nvSpPr>
          <p:cNvPr id="45059" name="Rectangle 2"/>
          <p:cNvSpPr>
            <a:spLocks noGrp="1" noChangeArrowheads="1"/>
          </p:cNvSpPr>
          <p:nvPr>
            <p:ph type="title"/>
          </p:nvPr>
        </p:nvSpPr>
        <p:spPr/>
        <p:txBody>
          <a:bodyPr/>
          <a:lstStyle/>
          <a:p>
            <a:pPr eaLnBrk="1" hangingPunct="1"/>
            <a:r>
              <a:rPr lang="en-US" altLang="en-US" smtClean="0"/>
              <a:t>Fortran Evaluation</a:t>
            </a:r>
          </a:p>
        </p:txBody>
      </p:sp>
      <p:sp>
        <p:nvSpPr>
          <p:cNvPr id="45060" name="Rectangle 3"/>
          <p:cNvSpPr>
            <a:spLocks noGrp="1" noChangeArrowheads="1"/>
          </p:cNvSpPr>
          <p:nvPr>
            <p:ph type="body" idx="1"/>
          </p:nvPr>
        </p:nvSpPr>
        <p:spPr/>
        <p:txBody>
          <a:bodyPr/>
          <a:lstStyle/>
          <a:p>
            <a:pPr eaLnBrk="1" hangingPunct="1"/>
            <a:r>
              <a:rPr lang="en-US" altLang="en-US" dirty="0" smtClean="0"/>
              <a:t>Highly optimized compilers</a:t>
            </a:r>
          </a:p>
          <a:p>
            <a:pPr lvl="1" eaLnBrk="1" hangingPunct="1"/>
            <a:r>
              <a:rPr lang="en-US" altLang="en-US" dirty="0" smtClean="0"/>
              <a:t>All versions before Fortran 90</a:t>
            </a:r>
          </a:p>
          <a:p>
            <a:pPr lvl="2" eaLnBrk="1" hangingPunct="1"/>
            <a:r>
              <a:rPr lang="en-US" altLang="en-US" dirty="0" smtClean="0"/>
              <a:t>Types &amp; storage of all variables fixed before runtime</a:t>
            </a:r>
          </a:p>
          <a:p>
            <a:pPr lvl="2" eaLnBrk="1" hangingPunct="1"/>
            <a:r>
              <a:rPr lang="en-US" altLang="en-US" dirty="0" smtClean="0"/>
              <a:t>No support for recursion</a:t>
            </a:r>
          </a:p>
          <a:p>
            <a:pPr eaLnBrk="1" hangingPunct="1"/>
            <a:r>
              <a:rPr lang="en-US" altLang="en-US" dirty="0" smtClean="0"/>
              <a:t>Changed forever how computers are used</a:t>
            </a:r>
          </a:p>
          <a:p>
            <a:pPr eaLnBrk="1" hangingPunct="1"/>
            <a:r>
              <a:rPr lang="en-US" altLang="en-US" dirty="0" smtClean="0"/>
              <a:t>The </a:t>
            </a:r>
            <a:r>
              <a:rPr lang="en-US" altLang="en-US" i="1" dirty="0" smtClean="0"/>
              <a:t>lingua franca</a:t>
            </a:r>
            <a:r>
              <a:rPr lang="en-US" altLang="en-US" dirty="0" smtClean="0"/>
              <a:t> of the computing world</a:t>
            </a:r>
          </a:p>
        </p:txBody>
      </p:sp>
      <p:sp>
        <p:nvSpPr>
          <p:cNvPr id="6" name="Footer Placeholder 3"/>
          <p:cNvSpPr>
            <a:spLocks noGrp="1"/>
          </p:cNvSpPr>
          <p:nvPr>
            <p:ph type="ftr" sz="quarter" idx="10"/>
          </p:nvPr>
        </p:nvSpPr>
        <p:spPr/>
        <p:txBody>
          <a:bodyPr/>
          <a:lstStyle/>
          <a:p>
            <a:pPr>
              <a:defRPr/>
            </a:pPr>
            <a:r>
              <a:rPr lang="en-US" altLang="en-US" dirty="0"/>
              <a:t>Copyright © </a:t>
            </a:r>
            <a:r>
              <a:rPr lang="en-US" altLang="en-US" dirty="0" smtClean="0"/>
              <a:t>2023 </a:t>
            </a:r>
            <a:r>
              <a:rPr lang="en-US" altLang="en-US" dirty="0"/>
              <a:t>Pearson Education, Ltd.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rgbClr val="333399"/>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rgbClr val="333399"/>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rgbClr val="333399"/>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9782A3AF-9656-49D2-8979-726DC1471F10}" type="slidenum">
              <a:rPr lang="en-US" altLang="en-US" sz="1000" smtClean="0">
                <a:solidFill>
                  <a:schemeClr val="tx1"/>
                </a:solidFill>
                <a:latin typeface="Arial" panose="020B0604020202020204" pitchFamily="34" charset="0"/>
              </a:rPr>
              <a:pPr>
                <a:spcBef>
                  <a:spcPct val="0"/>
                </a:spcBef>
                <a:buFontTx/>
                <a:buNone/>
              </a:pPr>
              <a:t>16</a:t>
            </a:fld>
            <a:endParaRPr lang="en-US" altLang="en-US" sz="1000" smtClean="0">
              <a:solidFill>
                <a:schemeClr val="tx1"/>
              </a:solidFill>
              <a:latin typeface="Arial" panose="020B0604020202020204" pitchFamily="34" charset="0"/>
            </a:endParaRPr>
          </a:p>
        </p:txBody>
      </p:sp>
      <p:sp>
        <p:nvSpPr>
          <p:cNvPr id="47107" name="Rectangle 2"/>
          <p:cNvSpPr>
            <a:spLocks noGrp="1" noChangeArrowheads="1"/>
          </p:cNvSpPr>
          <p:nvPr>
            <p:ph type="title"/>
          </p:nvPr>
        </p:nvSpPr>
        <p:spPr/>
        <p:txBody>
          <a:bodyPr/>
          <a:lstStyle/>
          <a:p>
            <a:pPr eaLnBrk="1" hangingPunct="1"/>
            <a:r>
              <a:rPr lang="en-US" altLang="en-US" dirty="0" smtClean="0"/>
              <a:t>Functional Programming: LISP</a:t>
            </a:r>
          </a:p>
        </p:txBody>
      </p:sp>
      <p:sp>
        <p:nvSpPr>
          <p:cNvPr id="47108" name="Rectangle 3"/>
          <p:cNvSpPr>
            <a:spLocks noGrp="1" noChangeArrowheads="1"/>
          </p:cNvSpPr>
          <p:nvPr>
            <p:ph type="body" idx="1"/>
          </p:nvPr>
        </p:nvSpPr>
        <p:spPr>
          <a:xfrm>
            <a:off x="609600" y="1524000"/>
            <a:ext cx="8153400" cy="4572000"/>
          </a:xfrm>
        </p:spPr>
        <p:txBody>
          <a:bodyPr/>
          <a:lstStyle/>
          <a:p>
            <a:pPr eaLnBrk="1" hangingPunct="1"/>
            <a:r>
              <a:rPr lang="en-US" altLang="en-US" u="sng" dirty="0" err="1" smtClean="0"/>
              <a:t>LIS</a:t>
            </a:r>
            <a:r>
              <a:rPr lang="en-US" altLang="en-US" dirty="0" err="1" smtClean="0"/>
              <a:t>t</a:t>
            </a:r>
            <a:r>
              <a:rPr lang="en-US" altLang="en-US" dirty="0" smtClean="0"/>
              <a:t> </a:t>
            </a:r>
            <a:r>
              <a:rPr lang="en-US" altLang="en-US" u="sng" dirty="0" smtClean="0"/>
              <a:t>P</a:t>
            </a:r>
            <a:r>
              <a:rPr lang="en-US" altLang="en-US" dirty="0" smtClean="0"/>
              <a:t>rocessing language</a:t>
            </a:r>
          </a:p>
          <a:p>
            <a:pPr lvl="1" eaLnBrk="1" hangingPunct="1"/>
            <a:r>
              <a:rPr lang="en-US" altLang="en-US" dirty="0"/>
              <a:t>Designed at MIT by John McCarthy</a:t>
            </a:r>
          </a:p>
          <a:p>
            <a:pPr eaLnBrk="1" hangingPunct="1"/>
            <a:r>
              <a:rPr lang="en-US" altLang="en-US" dirty="0" smtClean="0"/>
              <a:t>AI research needed a language to support</a:t>
            </a:r>
          </a:p>
          <a:p>
            <a:pPr lvl="1" eaLnBrk="1" hangingPunct="1"/>
            <a:r>
              <a:rPr lang="en-US" altLang="en-US" dirty="0" smtClean="0"/>
              <a:t>Processing data in lists (rather than arrays)</a:t>
            </a:r>
          </a:p>
          <a:p>
            <a:pPr lvl="1" eaLnBrk="1" hangingPunct="1"/>
            <a:r>
              <a:rPr lang="en-US" altLang="en-US" dirty="0" smtClean="0"/>
              <a:t>Symbolic computation (rather than numeric)</a:t>
            </a:r>
          </a:p>
          <a:p>
            <a:pPr lvl="1" eaLnBrk="1" hangingPunct="1"/>
            <a:r>
              <a:rPr lang="en-US" altLang="en-US" dirty="0" smtClean="0"/>
              <a:t>Recursive operation</a:t>
            </a:r>
          </a:p>
          <a:p>
            <a:pPr lvl="1" eaLnBrk="1" hangingPunct="1"/>
            <a:r>
              <a:rPr lang="en-US" altLang="en-US" dirty="0" smtClean="0"/>
              <a:t>Automatic dynamic storage handling</a:t>
            </a:r>
          </a:p>
          <a:p>
            <a:pPr eaLnBrk="1" hangingPunct="1"/>
            <a:r>
              <a:rPr lang="en-US" altLang="en-US" dirty="0" smtClean="0"/>
              <a:t>Only two data types</a:t>
            </a:r>
          </a:p>
          <a:p>
            <a:pPr lvl="1" eaLnBrk="1" hangingPunct="1"/>
            <a:r>
              <a:rPr lang="en-US" altLang="en-US" dirty="0"/>
              <a:t>A</a:t>
            </a:r>
            <a:r>
              <a:rPr lang="en-US" altLang="en-US" dirty="0" smtClean="0"/>
              <a:t>toms and lists</a:t>
            </a:r>
          </a:p>
          <a:p>
            <a:pPr eaLnBrk="1" hangingPunct="1"/>
            <a:r>
              <a:rPr lang="en-US" altLang="en-US" dirty="0" smtClean="0"/>
              <a:t>Syntax is based on </a:t>
            </a:r>
            <a:r>
              <a:rPr lang="en-US" altLang="en-US" u="sng" dirty="0" smtClean="0"/>
              <a:t>lambda calculus</a:t>
            </a:r>
          </a:p>
        </p:txBody>
      </p:sp>
      <p:sp>
        <p:nvSpPr>
          <p:cNvPr id="6" name="Footer Placeholder 3"/>
          <p:cNvSpPr>
            <a:spLocks noGrp="1"/>
          </p:cNvSpPr>
          <p:nvPr>
            <p:ph type="ftr" sz="quarter" idx="10"/>
          </p:nvPr>
        </p:nvSpPr>
        <p:spPr/>
        <p:txBody>
          <a:bodyPr/>
          <a:lstStyle/>
          <a:p>
            <a:pPr>
              <a:defRPr/>
            </a:pPr>
            <a:r>
              <a:rPr lang="en-US" altLang="en-US" dirty="0"/>
              <a:t>Copyright © </a:t>
            </a:r>
            <a:r>
              <a:rPr lang="en-US" altLang="en-US" dirty="0" smtClean="0"/>
              <a:t>2023 </a:t>
            </a:r>
            <a:r>
              <a:rPr lang="en-US" altLang="en-US" dirty="0"/>
              <a:t>Pearson Education, Ltd.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rgbClr val="333399"/>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rgbClr val="333399"/>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rgbClr val="333399"/>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5AE22EBD-9356-4297-A4D3-0EB1FE61F562}" type="slidenum">
              <a:rPr lang="en-US" altLang="en-US" sz="1000" smtClean="0">
                <a:solidFill>
                  <a:schemeClr val="tx1"/>
                </a:solidFill>
                <a:latin typeface="Arial" panose="020B0604020202020204" pitchFamily="34" charset="0"/>
              </a:rPr>
              <a:pPr>
                <a:spcBef>
                  <a:spcPct val="0"/>
                </a:spcBef>
                <a:buFontTx/>
                <a:buNone/>
              </a:pPr>
              <a:t>17</a:t>
            </a:fld>
            <a:endParaRPr lang="en-US" altLang="en-US" sz="1000" smtClean="0">
              <a:solidFill>
                <a:schemeClr val="tx1"/>
              </a:solidFill>
              <a:latin typeface="Arial" panose="020B0604020202020204" pitchFamily="34" charset="0"/>
            </a:endParaRPr>
          </a:p>
        </p:txBody>
      </p:sp>
      <p:sp>
        <p:nvSpPr>
          <p:cNvPr id="49155" name="Rectangle 2"/>
          <p:cNvSpPr>
            <a:spLocks noGrp="1" noChangeArrowheads="1"/>
          </p:cNvSpPr>
          <p:nvPr>
            <p:ph type="title"/>
          </p:nvPr>
        </p:nvSpPr>
        <p:spPr>
          <a:xfrm>
            <a:off x="609600" y="376238"/>
            <a:ext cx="7924800" cy="1206500"/>
          </a:xfrm>
        </p:spPr>
        <p:txBody>
          <a:bodyPr/>
          <a:lstStyle/>
          <a:p>
            <a:pPr eaLnBrk="1" hangingPunct="1"/>
            <a:r>
              <a:rPr lang="en-US" altLang="en-US" dirty="0" smtClean="0"/>
              <a:t>Representation of Two LISP Lists</a:t>
            </a:r>
          </a:p>
        </p:txBody>
      </p:sp>
      <p:pic>
        <p:nvPicPr>
          <p:cNvPr id="49156"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28750" y="1444625"/>
            <a:ext cx="5734050" cy="3795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157" name="Text Box 5"/>
          <p:cNvSpPr txBox="1">
            <a:spLocks noChangeArrowheads="1"/>
          </p:cNvSpPr>
          <p:nvPr/>
        </p:nvSpPr>
        <p:spPr bwMode="auto">
          <a:xfrm>
            <a:off x="1050925" y="5072063"/>
            <a:ext cx="4110038"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rgbClr val="333399"/>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rgbClr val="333399"/>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rgbClr val="333399"/>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s-MX" altLang="en-US" sz="2400">
                <a:solidFill>
                  <a:schemeClr val="tx1"/>
                </a:solidFill>
                <a:latin typeface="Times" panose="02020603050405020304" pitchFamily="18" charset="0"/>
              </a:rPr>
              <a:t>Representing the lists </a:t>
            </a:r>
            <a:r>
              <a:rPr lang="es-MX" altLang="en-US" sz="1800" b="1">
                <a:solidFill>
                  <a:schemeClr val="tx1"/>
                </a:solidFill>
                <a:latin typeface="Courier New" panose="02070309020205020404" pitchFamily="49" charset="0"/>
              </a:rPr>
              <a:t>(A B C D)</a:t>
            </a:r>
          </a:p>
          <a:p>
            <a:pPr>
              <a:spcBef>
                <a:spcPct val="0"/>
              </a:spcBef>
              <a:buFontTx/>
              <a:buNone/>
            </a:pPr>
            <a:r>
              <a:rPr lang="es-MX" altLang="en-US" sz="2400">
                <a:solidFill>
                  <a:schemeClr val="tx1"/>
                </a:solidFill>
                <a:latin typeface="Times" panose="02020603050405020304" pitchFamily="18" charset="0"/>
              </a:rPr>
              <a:t>and </a:t>
            </a:r>
            <a:r>
              <a:rPr lang="es-MX" altLang="en-US" sz="1800" b="1">
                <a:solidFill>
                  <a:schemeClr val="tx1"/>
                </a:solidFill>
                <a:latin typeface="Courier New" panose="02070309020205020404" pitchFamily="49" charset="0"/>
              </a:rPr>
              <a:t>(A (B C) D (E (F G)))</a:t>
            </a:r>
          </a:p>
        </p:txBody>
      </p:sp>
      <p:sp>
        <p:nvSpPr>
          <p:cNvPr id="7" name="Footer Placeholder 3"/>
          <p:cNvSpPr>
            <a:spLocks noGrp="1"/>
          </p:cNvSpPr>
          <p:nvPr>
            <p:ph type="ftr" sz="quarter" idx="10"/>
          </p:nvPr>
        </p:nvSpPr>
        <p:spPr/>
        <p:txBody>
          <a:bodyPr/>
          <a:lstStyle/>
          <a:p>
            <a:pPr>
              <a:defRPr/>
            </a:pPr>
            <a:r>
              <a:rPr lang="en-US" altLang="en-US" dirty="0"/>
              <a:t>Copyright © </a:t>
            </a:r>
            <a:r>
              <a:rPr lang="en-US" altLang="en-US" dirty="0" smtClean="0"/>
              <a:t>2023 </a:t>
            </a:r>
            <a:r>
              <a:rPr lang="en-US" altLang="en-US" dirty="0"/>
              <a:t>Pearson Education, Ltd.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rgbClr val="333399"/>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rgbClr val="333399"/>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rgbClr val="333399"/>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445F1A8D-346D-4DBB-8E24-6E93E709638D}" type="slidenum">
              <a:rPr lang="en-US" altLang="en-US" sz="1000" smtClean="0">
                <a:solidFill>
                  <a:schemeClr val="tx1"/>
                </a:solidFill>
                <a:latin typeface="Arial" panose="020B0604020202020204" pitchFamily="34" charset="0"/>
              </a:rPr>
              <a:pPr>
                <a:spcBef>
                  <a:spcPct val="0"/>
                </a:spcBef>
                <a:buFontTx/>
                <a:buNone/>
              </a:pPr>
              <a:t>18</a:t>
            </a:fld>
            <a:endParaRPr lang="en-US" altLang="en-US" sz="1000" smtClean="0">
              <a:solidFill>
                <a:schemeClr val="tx1"/>
              </a:solidFill>
              <a:latin typeface="Arial" panose="020B0604020202020204" pitchFamily="34" charset="0"/>
            </a:endParaRPr>
          </a:p>
        </p:txBody>
      </p:sp>
      <p:sp>
        <p:nvSpPr>
          <p:cNvPr id="51203" name="Rectangle 2"/>
          <p:cNvSpPr>
            <a:spLocks noGrp="1" noChangeArrowheads="1"/>
          </p:cNvSpPr>
          <p:nvPr>
            <p:ph type="title"/>
          </p:nvPr>
        </p:nvSpPr>
        <p:spPr/>
        <p:txBody>
          <a:bodyPr/>
          <a:lstStyle/>
          <a:p>
            <a:pPr eaLnBrk="1" hangingPunct="1"/>
            <a:r>
              <a:rPr lang="en-US" altLang="en-US" smtClean="0"/>
              <a:t>LISP Evaluation</a:t>
            </a:r>
          </a:p>
        </p:txBody>
      </p:sp>
      <p:sp>
        <p:nvSpPr>
          <p:cNvPr id="51204" name="Rectangle 3"/>
          <p:cNvSpPr>
            <a:spLocks noGrp="1" noChangeArrowheads="1"/>
          </p:cNvSpPr>
          <p:nvPr>
            <p:ph type="body" idx="1"/>
          </p:nvPr>
        </p:nvSpPr>
        <p:spPr/>
        <p:txBody>
          <a:bodyPr/>
          <a:lstStyle/>
          <a:p>
            <a:pPr eaLnBrk="1" hangingPunct="1"/>
            <a:r>
              <a:rPr lang="en-US" altLang="en-US" dirty="0" smtClean="0"/>
              <a:t>Pioneered functional programming</a:t>
            </a:r>
          </a:p>
          <a:p>
            <a:pPr lvl="1" eaLnBrk="1" hangingPunct="1"/>
            <a:r>
              <a:rPr lang="en-US" altLang="en-US" dirty="0" smtClean="0"/>
              <a:t>No need for variables or assignment</a:t>
            </a:r>
          </a:p>
          <a:p>
            <a:pPr lvl="1" eaLnBrk="1" hangingPunct="1"/>
            <a:r>
              <a:rPr lang="en-US" altLang="en-US" dirty="0" smtClean="0"/>
              <a:t>Control via recursion &amp; conditional expressions</a:t>
            </a:r>
          </a:p>
          <a:p>
            <a:pPr eaLnBrk="1" hangingPunct="1"/>
            <a:r>
              <a:rPr lang="en-US" altLang="en-US" dirty="0" smtClean="0"/>
              <a:t>Still used in AI domain (but less common)</a:t>
            </a:r>
          </a:p>
          <a:p>
            <a:pPr eaLnBrk="1" hangingPunct="1"/>
            <a:r>
              <a:rPr lang="en-US" altLang="en-US" dirty="0" smtClean="0"/>
              <a:t>Contemporary dialects of LISP</a:t>
            </a:r>
          </a:p>
          <a:p>
            <a:pPr lvl="1" eaLnBrk="1" hangingPunct="1"/>
            <a:r>
              <a:rPr lang="en-US" altLang="en-US" dirty="0" smtClean="0"/>
              <a:t>COMMON LISP and Scheme</a:t>
            </a:r>
          </a:p>
          <a:p>
            <a:pPr eaLnBrk="1" hangingPunct="1"/>
            <a:r>
              <a:rPr lang="en-US" altLang="en-US" dirty="0" smtClean="0"/>
              <a:t>Other functional languages</a:t>
            </a:r>
          </a:p>
          <a:p>
            <a:pPr lvl="1" eaLnBrk="1" hangingPunct="1"/>
            <a:r>
              <a:rPr lang="en-US" altLang="en-US" dirty="0" smtClean="0"/>
              <a:t>ML, Haskell, and F#</a:t>
            </a:r>
          </a:p>
          <a:p>
            <a:pPr lvl="1" eaLnBrk="1" hangingPunct="1"/>
            <a:r>
              <a:rPr lang="en-US" altLang="en-US" dirty="0" smtClean="0"/>
              <a:t>Syntax very different from LISP</a:t>
            </a:r>
          </a:p>
        </p:txBody>
      </p:sp>
      <p:sp>
        <p:nvSpPr>
          <p:cNvPr id="6" name="Footer Placeholder 3"/>
          <p:cNvSpPr>
            <a:spLocks noGrp="1"/>
          </p:cNvSpPr>
          <p:nvPr>
            <p:ph type="ftr" sz="quarter" idx="10"/>
          </p:nvPr>
        </p:nvSpPr>
        <p:spPr/>
        <p:txBody>
          <a:bodyPr/>
          <a:lstStyle/>
          <a:p>
            <a:pPr>
              <a:defRPr/>
            </a:pPr>
            <a:r>
              <a:rPr lang="en-US" altLang="en-US" dirty="0"/>
              <a:t>Copyright © </a:t>
            </a:r>
            <a:r>
              <a:rPr lang="en-US" altLang="en-US" dirty="0" smtClean="0"/>
              <a:t>2023 </a:t>
            </a:r>
            <a:r>
              <a:rPr lang="en-US" altLang="en-US" dirty="0"/>
              <a:t>Pearson Education, Ltd.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rgbClr val="333399"/>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rgbClr val="333399"/>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rgbClr val="333399"/>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F0B30329-3341-4CB7-9CB6-E605090596D4}" type="slidenum">
              <a:rPr lang="en-US" altLang="en-US" sz="1000" smtClean="0">
                <a:solidFill>
                  <a:schemeClr val="tx1"/>
                </a:solidFill>
                <a:latin typeface="Arial" panose="020B0604020202020204" pitchFamily="34" charset="0"/>
              </a:rPr>
              <a:pPr>
                <a:spcBef>
                  <a:spcPct val="0"/>
                </a:spcBef>
                <a:buFontTx/>
                <a:buNone/>
              </a:pPr>
              <a:t>19</a:t>
            </a:fld>
            <a:endParaRPr lang="en-US" altLang="en-US" sz="1000" smtClean="0">
              <a:solidFill>
                <a:schemeClr val="tx1"/>
              </a:solidFill>
              <a:latin typeface="Arial" panose="020B0604020202020204" pitchFamily="34" charset="0"/>
            </a:endParaRPr>
          </a:p>
        </p:txBody>
      </p:sp>
      <p:sp>
        <p:nvSpPr>
          <p:cNvPr id="53251" name="Rectangle 2"/>
          <p:cNvSpPr>
            <a:spLocks noGrp="1" noChangeArrowheads="1"/>
          </p:cNvSpPr>
          <p:nvPr>
            <p:ph type="title"/>
          </p:nvPr>
        </p:nvSpPr>
        <p:spPr/>
        <p:txBody>
          <a:bodyPr/>
          <a:lstStyle/>
          <a:p>
            <a:pPr eaLnBrk="1" hangingPunct="1"/>
            <a:r>
              <a:rPr lang="en-US" altLang="en-US" smtClean="0"/>
              <a:t>Scheme</a:t>
            </a:r>
          </a:p>
        </p:txBody>
      </p:sp>
      <p:sp>
        <p:nvSpPr>
          <p:cNvPr id="53252" name="Rectangle 3"/>
          <p:cNvSpPr>
            <a:spLocks noGrp="1" noChangeArrowheads="1"/>
          </p:cNvSpPr>
          <p:nvPr>
            <p:ph type="body" idx="1"/>
          </p:nvPr>
        </p:nvSpPr>
        <p:spPr/>
        <p:txBody>
          <a:bodyPr/>
          <a:lstStyle/>
          <a:p>
            <a:pPr eaLnBrk="1" hangingPunct="1"/>
            <a:r>
              <a:rPr lang="en-US" altLang="en-US" dirty="0" smtClean="0"/>
              <a:t>Developed at MIT in mid 1970s</a:t>
            </a:r>
          </a:p>
          <a:p>
            <a:pPr eaLnBrk="1" hangingPunct="1"/>
            <a:r>
              <a:rPr lang="en-US" altLang="en-US" dirty="0" smtClean="0"/>
              <a:t>Small language, simple syntax</a:t>
            </a:r>
          </a:p>
          <a:p>
            <a:pPr lvl="1" eaLnBrk="1" hangingPunct="1"/>
            <a:r>
              <a:rPr lang="en-US" altLang="en-US" dirty="0" smtClean="0"/>
              <a:t>Ideal for educational applications</a:t>
            </a:r>
          </a:p>
          <a:p>
            <a:pPr eaLnBrk="1" hangingPunct="1"/>
            <a:r>
              <a:rPr lang="en-US" altLang="en-US" dirty="0" smtClean="0"/>
              <a:t>Exclusive use of static scoping</a:t>
            </a:r>
          </a:p>
          <a:p>
            <a:pPr eaLnBrk="1" hangingPunct="1"/>
            <a:r>
              <a:rPr lang="en-US" altLang="en-US" dirty="0" smtClean="0"/>
              <a:t>Functions as first-class entities</a:t>
            </a:r>
          </a:p>
          <a:p>
            <a:pPr lvl="1" eaLnBrk="1" hangingPunct="1"/>
            <a:r>
              <a:rPr lang="en-US" altLang="en-US" dirty="0" smtClean="0"/>
              <a:t>Functions can be applied to other functions</a:t>
            </a:r>
          </a:p>
          <a:p>
            <a:pPr lvl="2" eaLnBrk="1" hangingPunct="1"/>
            <a:r>
              <a:rPr lang="en-US" altLang="en-US" dirty="0" smtClean="0"/>
              <a:t>Functions can receive other functions as parameters</a:t>
            </a:r>
          </a:p>
          <a:p>
            <a:pPr lvl="1" eaLnBrk="1" hangingPunct="1"/>
            <a:r>
              <a:rPr lang="en-US" altLang="en-US" dirty="0" smtClean="0"/>
              <a:t>Functions can be results of function applications</a:t>
            </a:r>
          </a:p>
          <a:p>
            <a:pPr lvl="2" eaLnBrk="1" hangingPunct="1"/>
            <a:r>
              <a:rPr lang="en-US" altLang="en-US" dirty="0" smtClean="0"/>
              <a:t>Functions can be returned from other functions</a:t>
            </a:r>
          </a:p>
        </p:txBody>
      </p:sp>
      <p:sp>
        <p:nvSpPr>
          <p:cNvPr id="6" name="Footer Placeholder 3"/>
          <p:cNvSpPr>
            <a:spLocks noGrp="1"/>
          </p:cNvSpPr>
          <p:nvPr>
            <p:ph type="ftr" sz="quarter" idx="10"/>
          </p:nvPr>
        </p:nvSpPr>
        <p:spPr/>
        <p:txBody>
          <a:bodyPr/>
          <a:lstStyle/>
          <a:p>
            <a:pPr>
              <a:defRPr/>
            </a:pPr>
            <a:r>
              <a:rPr lang="en-US" altLang="en-US" dirty="0"/>
              <a:t>Copyright © </a:t>
            </a:r>
            <a:r>
              <a:rPr lang="en-US" altLang="en-US" dirty="0" smtClean="0"/>
              <a:t>2023 </a:t>
            </a:r>
            <a:r>
              <a:rPr lang="en-US" altLang="en-US" dirty="0"/>
              <a:t>Pearson Education, Ltd.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rgbClr val="333399"/>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rgbClr val="333399"/>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rgbClr val="333399"/>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A12C1DC0-A186-4CA8-8C38-52BEF72E911A}" type="slidenum">
              <a:rPr lang="en-US" altLang="en-US" sz="1000" smtClean="0">
                <a:solidFill>
                  <a:schemeClr val="tx1"/>
                </a:solidFill>
                <a:latin typeface="Arial" panose="020B0604020202020204" pitchFamily="34" charset="0"/>
              </a:rPr>
              <a:pPr>
                <a:spcBef>
                  <a:spcPct val="0"/>
                </a:spcBef>
                <a:buFontTx/>
                <a:buNone/>
              </a:pPr>
              <a:t>20</a:t>
            </a:fld>
            <a:endParaRPr lang="en-US" altLang="en-US" sz="1000" smtClean="0">
              <a:solidFill>
                <a:schemeClr val="tx1"/>
              </a:solidFill>
              <a:latin typeface="Arial" panose="020B0604020202020204" pitchFamily="34" charset="0"/>
            </a:endParaRPr>
          </a:p>
        </p:txBody>
      </p:sp>
      <p:sp>
        <p:nvSpPr>
          <p:cNvPr id="55299" name="Rectangle 2"/>
          <p:cNvSpPr>
            <a:spLocks noGrp="1" noChangeArrowheads="1"/>
          </p:cNvSpPr>
          <p:nvPr>
            <p:ph type="title"/>
          </p:nvPr>
        </p:nvSpPr>
        <p:spPr/>
        <p:txBody>
          <a:bodyPr/>
          <a:lstStyle/>
          <a:p>
            <a:pPr eaLnBrk="1" hangingPunct="1"/>
            <a:r>
              <a:rPr lang="en-US" altLang="en-US" smtClean="0"/>
              <a:t>COMMON LISP</a:t>
            </a:r>
          </a:p>
        </p:txBody>
      </p:sp>
      <p:sp>
        <p:nvSpPr>
          <p:cNvPr id="55300" name="Rectangle 3"/>
          <p:cNvSpPr>
            <a:spLocks noGrp="1" noChangeArrowheads="1"/>
          </p:cNvSpPr>
          <p:nvPr>
            <p:ph type="body" idx="1"/>
          </p:nvPr>
        </p:nvSpPr>
        <p:spPr/>
        <p:txBody>
          <a:bodyPr/>
          <a:lstStyle/>
          <a:p>
            <a:pPr eaLnBrk="1" hangingPunct="1"/>
            <a:r>
              <a:rPr lang="en-US" altLang="en-US" dirty="0" smtClean="0"/>
              <a:t>Feature-rich dialect of LISP</a:t>
            </a:r>
          </a:p>
          <a:p>
            <a:pPr lvl="1" eaLnBrk="1" hangingPunct="1"/>
            <a:r>
              <a:rPr lang="en-US" altLang="en-US" dirty="0" smtClean="0"/>
              <a:t>Combines features of several LISP dialects</a:t>
            </a:r>
          </a:p>
          <a:p>
            <a:pPr lvl="1" eaLnBrk="1" hangingPunct="1"/>
            <a:r>
              <a:rPr lang="en-US" altLang="en-US" dirty="0" smtClean="0"/>
              <a:t>In many ways, the opposite of Scheme</a:t>
            </a:r>
          </a:p>
          <a:p>
            <a:pPr eaLnBrk="1" hangingPunct="1"/>
            <a:r>
              <a:rPr lang="en-US" altLang="en-US" dirty="0" smtClean="0"/>
              <a:t>Large and complex</a:t>
            </a:r>
          </a:p>
          <a:p>
            <a:pPr lvl="1" eaLnBrk="1" hangingPunct="1"/>
            <a:r>
              <a:rPr lang="en-US" altLang="en-US" dirty="0" smtClean="0"/>
              <a:t>Both static and dynamic scoping</a:t>
            </a:r>
          </a:p>
          <a:p>
            <a:pPr lvl="1" eaLnBrk="1" hangingPunct="1"/>
            <a:r>
              <a:rPr lang="en-US" altLang="en-US" dirty="0" smtClean="0"/>
              <a:t>Many data types and structures</a:t>
            </a:r>
          </a:p>
          <a:p>
            <a:pPr lvl="1" eaLnBrk="1" hangingPunct="1"/>
            <a:r>
              <a:rPr lang="en-US" altLang="en-US" dirty="0" smtClean="0"/>
              <a:t>Used in industry for some large applications</a:t>
            </a:r>
          </a:p>
        </p:txBody>
      </p:sp>
      <p:sp>
        <p:nvSpPr>
          <p:cNvPr id="6" name="Footer Placeholder 3"/>
          <p:cNvSpPr>
            <a:spLocks noGrp="1"/>
          </p:cNvSpPr>
          <p:nvPr>
            <p:ph type="ftr" sz="quarter" idx="10"/>
          </p:nvPr>
        </p:nvSpPr>
        <p:spPr/>
        <p:txBody>
          <a:bodyPr/>
          <a:lstStyle/>
          <a:p>
            <a:pPr>
              <a:defRPr/>
            </a:pPr>
            <a:r>
              <a:rPr lang="en-US" altLang="en-US" dirty="0"/>
              <a:t>Copyright © </a:t>
            </a:r>
            <a:r>
              <a:rPr lang="en-US" altLang="en-US" dirty="0" smtClean="0"/>
              <a:t>2023 </a:t>
            </a:r>
            <a:r>
              <a:rPr lang="en-US" altLang="en-US" dirty="0"/>
              <a:t>Pearson Education, Ltd.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theme/theme1.xml><?xml version="1.0" encoding="utf-8"?>
<a:theme xmlns:a="http://schemas.openxmlformats.org/drawingml/2006/main" name="1_sebesta">
  <a:themeElements>
    <a:clrScheme name="1_sebesta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sebesta">
      <a:majorFont>
        <a:latin typeface="Lucida Sans Unicode"/>
        <a:ea typeface="Lucida Sans Unicode"/>
        <a:cs typeface="Lucida Sans Unicode"/>
      </a:majorFont>
      <a:minorFont>
        <a:latin typeface="Lucida Sans Unicode"/>
        <a:ea typeface="Lucida Sans Unicode"/>
        <a:cs typeface="Lucida Sans Unicod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pitchFamily="18" charset="0"/>
          </a:defRPr>
        </a:defPPr>
      </a:lstStyle>
    </a:lnDef>
  </a:objectDefaults>
  <a:extraClrSchemeLst>
    <a:extraClrScheme>
      <a:clrScheme name="1_sebesta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sebesta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sebesta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sebesta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sebesta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sebesta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sebesta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sebesta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sebesta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sebesta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sebesta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sebesta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sebesta2</Template>
  <TotalTime>9465</TotalTime>
  <Words>1599</Words>
  <Application>Microsoft Office PowerPoint</Application>
  <PresentationFormat>On-screen Show (4:3)</PresentationFormat>
  <Paragraphs>246</Paragraphs>
  <Slides>20</Slides>
  <Notes>19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Arial</vt:lpstr>
      <vt:lpstr>Courier</vt:lpstr>
      <vt:lpstr>Courier New</vt:lpstr>
      <vt:lpstr>Lucida Sans Unicode</vt:lpstr>
      <vt:lpstr>Times</vt:lpstr>
      <vt:lpstr>1_sebesta</vt:lpstr>
      <vt:lpstr>Chapter 2 Part 1</vt:lpstr>
      <vt:lpstr>Chapter 2 Topics</vt:lpstr>
      <vt:lpstr>Genealogy of Common Languages</vt:lpstr>
      <vt:lpstr>Minimal Hardware Programming: Pseudocodes</vt:lpstr>
      <vt:lpstr>Minimal Hardware Programming: Pseudocodes</vt:lpstr>
      <vt:lpstr>IBM 704 and Fortran</vt:lpstr>
      <vt:lpstr>Design Process of Fortran</vt:lpstr>
      <vt:lpstr>Fortran I Overview</vt:lpstr>
      <vt:lpstr>Fortran I Overview (continued)</vt:lpstr>
      <vt:lpstr>Fortran II</vt:lpstr>
      <vt:lpstr>Fortran IV</vt:lpstr>
      <vt:lpstr>Fortran 77</vt:lpstr>
      <vt:lpstr>Fortran 90</vt:lpstr>
      <vt:lpstr>Latest versions of Fortran</vt:lpstr>
      <vt:lpstr>Fortran Evaluation</vt:lpstr>
      <vt:lpstr>Functional Programming: LISP</vt:lpstr>
      <vt:lpstr>Representation of Two LISP Lists</vt:lpstr>
      <vt:lpstr>LISP Evaluation</vt:lpstr>
      <vt:lpstr>Scheme</vt:lpstr>
      <vt:lpstr>COMMON LISP</vt:lpstr>
    </vt:vector>
  </TitlesOfParts>
  <Company>Pearson Education</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dc:title>
  <dc:creator>David Garrett</dc:creator>
  <cp:lastModifiedBy>Willem S. van Heerden</cp:lastModifiedBy>
  <cp:revision>285</cp:revision>
  <dcterms:created xsi:type="dcterms:W3CDTF">2003-08-01T12:29:19Z</dcterms:created>
  <dcterms:modified xsi:type="dcterms:W3CDTF">2026-02-19T18:03:16Z</dcterms:modified>
</cp:coreProperties>
</file>